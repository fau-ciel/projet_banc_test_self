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A018B8-429E-060C-57EF-5D5F58B75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3C2A14E-80D9-BAFF-D131-6F1C0BADE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5615F8-F37E-4D21-E0CF-597C83AF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C366-5CFB-4B15-B24B-535E24CF1D69}" type="datetimeFigureOut">
              <a:rPr lang="fr-FR" smtClean="0"/>
              <a:t>26/06/2025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17EA79-D3E6-63F0-8F57-D77BE8D2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687FC6-916E-08DA-3D4F-99B6EE1D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54E86-73EC-480D-A2E3-5365EFBB6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830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3F8233-155A-0961-7206-67DB80AD4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4C4B94-1283-61CD-6C1C-555CD1CD0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57AEB4-536A-308F-1159-2E33EA6DD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C366-5CFB-4B15-B24B-535E24CF1D69}" type="datetimeFigureOut">
              <a:rPr lang="fr-FR" smtClean="0"/>
              <a:t>26/06/2025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2580FD-51FE-9B9F-D8C0-8FB524EF1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307A21-18F2-43EB-D113-3FF4D3A1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54E86-73EC-480D-A2E3-5365EFBB6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645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75C2A7-22B5-739C-FD90-70CE7427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29EA17-A2DC-34ED-1EE7-9104C9977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331555-06C7-21C7-A773-36A5FA84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C366-5CFB-4B15-B24B-535E24CF1D69}" type="datetimeFigureOut">
              <a:rPr lang="fr-FR" smtClean="0"/>
              <a:t>26/06/2025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0FDD21-83EE-A6AC-9FC4-7D2A627FB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3136F6-FB95-BEE2-C7F5-4409B0F76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54E86-73EC-480D-A2E3-5365EFBB6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9057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0C49AE-AD08-44BB-30DC-E5B7C3CA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B4927A-85E8-9F73-BFD6-BED150659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435AA02-0FBF-4C50-20BB-F0B1EC2F7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357868-3031-E76C-C041-2EBE4A86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C366-5CFB-4B15-B24B-535E24CF1D69}" type="datetimeFigureOut">
              <a:rPr lang="fr-FR" smtClean="0"/>
              <a:t>26/06/2025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5A01E4-F8C4-9348-82CF-6343C591E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3BC04A-09F7-4D93-60B7-AECC9AEF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54E86-73EC-480D-A2E3-5365EFBB6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537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E98F22-4187-AE11-AFE5-F42E7CCDA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BBC5BE-98F2-1D59-1747-9AEF1033C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6EC7B9C-40CB-8990-D34C-5611754DB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BA23F32-B6CD-47C3-44C7-B837A3D89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37D4D0E-8F07-115F-E555-4DB4505200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FB48A50-8011-3781-9609-E95537275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C366-5CFB-4B15-B24B-535E24CF1D69}" type="datetimeFigureOut">
              <a:rPr lang="fr-FR" smtClean="0"/>
              <a:t>26/06/2025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57B386C-DAB7-9C3C-E96B-9ECD28F8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8EE9ECF-E2E8-7A8E-F74B-3E590886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54E86-73EC-480D-A2E3-5365EFBB6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48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E7EA4C-EAD4-0207-06A3-B6F758F74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7367BA0-DF40-888C-60B5-A7B1B96CD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C366-5CFB-4B15-B24B-535E24CF1D69}" type="datetimeFigureOut">
              <a:rPr lang="fr-FR" smtClean="0"/>
              <a:t>26/06/2025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36D8C36-5912-DBB3-DDB8-8E06AF05F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D84ABF-2594-6B1C-99B4-4F4095C63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54E86-73EC-480D-A2E3-5365EFBB6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278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03389FE-8AA0-F4C1-FA61-F07AA1848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C366-5CFB-4B15-B24B-535E24CF1D69}" type="datetimeFigureOut">
              <a:rPr lang="fr-FR" smtClean="0"/>
              <a:t>26/06/2025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0680D01-9888-9301-B614-B6D30DE5C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E17753-D71A-5EEC-7369-78EDCAE9B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54E86-73EC-480D-A2E3-5365EFBB6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0485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47D0BE-37A8-42FB-6224-3E6BEBC55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E4A41D-9C8D-3318-3549-83953E724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D2CF2-F3C9-E1A5-E220-11CF0BB1A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005671-3D22-59E3-12C7-85129424E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C366-5CFB-4B15-B24B-535E24CF1D69}" type="datetimeFigureOut">
              <a:rPr lang="fr-FR" smtClean="0"/>
              <a:t>26/06/2025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548370-AD9B-4C34-5064-7F843B37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061F7E-5609-7978-285A-FB92AB523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54E86-73EC-480D-A2E3-5365EFBB6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363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1BAD0F-FD3A-88F4-0677-C76C0FBBE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1F7FDBE-0C31-734E-39E5-675DB4479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1C89EF-8C50-1758-A003-88A653E7E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73DFB7-DBFE-A3A5-36FA-635043C17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C366-5CFB-4B15-B24B-535E24CF1D69}" type="datetimeFigureOut">
              <a:rPr lang="fr-FR" smtClean="0"/>
              <a:t>26/06/2025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947F3E-D7A6-C1FF-4928-689492F4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285428-AA8F-B30B-928C-797625D98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54E86-73EC-480D-A2E3-5365EFBB6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858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0F7254-6C76-80ED-C24F-5C9084D20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F87140D-7B94-EB27-B08A-B8C864038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7C2E47-83E5-0F5B-E8FB-85D9126AC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C366-5CFB-4B15-B24B-535E24CF1D69}" type="datetimeFigureOut">
              <a:rPr lang="fr-FR" smtClean="0"/>
              <a:t>26/06/2025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2E3BCD-66C4-DF67-4F73-75C57EE4F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DBCFCB-C923-3E56-F20D-2E4A70A9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54E86-73EC-480D-A2E3-5365EFBB6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326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7476FBF-79E7-BD28-956B-164C5C164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C9C58ED-37D6-518E-57DC-825C5F232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5805B9-04FC-3372-85C0-926023A3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C366-5CFB-4B15-B24B-535E24CF1D69}" type="datetimeFigureOut">
              <a:rPr lang="fr-FR" smtClean="0"/>
              <a:t>26/06/2025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3F4435-6B53-E69C-95C1-32DD1883F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806B5D-5543-F49F-54D4-3094B260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54E86-73EC-480D-A2E3-5365EFBB6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5606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758E7A0-2C7D-0CEF-D31E-3B02179F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546528-DAEE-01F8-1645-C73E07B88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1BE438-B22C-F43F-2F2D-6538C0BEB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8C366-5CFB-4B15-B24B-535E24CF1D69}" type="datetimeFigureOut">
              <a:rPr lang="fr-FR" smtClean="0"/>
              <a:t>26/06/2025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EA99F0-4FCA-9698-B388-2F04A48C2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073EA7-6DA2-D971-6ADA-EE59B74B3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854E86-73EC-480D-A2E3-5365EFBB62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907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OM Power OM-2000A OM Power OM-2000A+ HF Plus 6 Meter 1,500W+ Auto Tune  Linear Amplifiers | DX Engineering">
            <a:extLst>
              <a:ext uri="{FF2B5EF4-FFF2-40B4-BE49-F238E27FC236}">
                <a16:creationId xmlns:a16="http://schemas.microsoft.com/office/drawing/2014/main" id="{CE01C44C-BC9E-3589-81EF-A523A9EB2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517" y="745839"/>
            <a:ext cx="4176712" cy="234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393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55BAA-1749-A41E-6E22-4694E02F9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8E64CE8-D288-A5ED-445A-3CED36DEF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001" y="1718856"/>
            <a:ext cx="4853499" cy="385629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63158C5-EFF9-B19E-F60E-1C9C8258CB71}"/>
              </a:ext>
            </a:extLst>
          </p:cNvPr>
          <p:cNvSpPr txBox="1"/>
          <p:nvPr/>
        </p:nvSpPr>
        <p:spPr>
          <a:xfrm>
            <a:off x="8296275" y="4281815"/>
            <a:ext cx="2076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Carte Commande/Mesure</a:t>
            </a:r>
          </a:p>
        </p:txBody>
      </p:sp>
      <p:pic>
        <p:nvPicPr>
          <p:cNvPr id="1026" name="Picture 2" descr="VSDISPLAY Écran Tactile Industriel de 17 Pouces, écran LCD Tactile résistif  TFT 17&quot; 1280 x 1024 1000 nits, avec Carte contrôleur VGA DVI : Amazon.fr:  Informatique">
            <a:extLst>
              <a:ext uri="{FF2B5EF4-FFF2-40B4-BE49-F238E27FC236}">
                <a16:creationId xmlns:a16="http://schemas.microsoft.com/office/drawing/2014/main" id="{73E37C07-5565-9DC5-8609-3362C30C2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889" y="2947907"/>
            <a:ext cx="1595518" cy="159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necteur : en angle 7">
            <a:extLst>
              <a:ext uri="{FF2B5EF4-FFF2-40B4-BE49-F238E27FC236}">
                <a16:creationId xmlns:a16="http://schemas.microsoft.com/office/drawing/2014/main" id="{391700B4-419F-4E8D-CE8C-79800B62E744}"/>
              </a:ext>
            </a:extLst>
          </p:cNvPr>
          <p:cNvCxnSpPr/>
          <p:nvPr/>
        </p:nvCxnSpPr>
        <p:spPr>
          <a:xfrm rot="10800000">
            <a:off x="4943476" y="4010025"/>
            <a:ext cx="2886074" cy="81915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Surface Laptop 6 Entreprises, 13,5 ou 15 pouces, Ultra 5/7 -  Caractéristiques, ports, autonomie, prix | Microsoft Store France">
            <a:extLst>
              <a:ext uri="{FF2B5EF4-FFF2-40B4-BE49-F238E27FC236}">
                <a16:creationId xmlns:a16="http://schemas.microsoft.com/office/drawing/2014/main" id="{FE7358E8-EB78-AF10-D5C9-137210377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233" y="4775047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cteur : en angle 8">
            <a:extLst>
              <a:ext uri="{FF2B5EF4-FFF2-40B4-BE49-F238E27FC236}">
                <a16:creationId xmlns:a16="http://schemas.microsoft.com/office/drawing/2014/main" id="{A2F7120D-23B1-DD86-12B1-6BD44EC2D373}"/>
              </a:ext>
            </a:extLst>
          </p:cNvPr>
          <p:cNvCxnSpPr>
            <a:cxnSpLocks/>
          </p:cNvCxnSpPr>
          <p:nvPr/>
        </p:nvCxnSpPr>
        <p:spPr>
          <a:xfrm rot="10800000" flipV="1">
            <a:off x="5088048" y="4952999"/>
            <a:ext cx="2741502" cy="62214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Diagramme d'exemple d'application 1">
            <a:extLst>
              <a:ext uri="{FF2B5EF4-FFF2-40B4-BE49-F238E27FC236}">
                <a16:creationId xmlns:a16="http://schemas.microsoft.com/office/drawing/2014/main" id="{D65E207F-CF6D-E514-E3C3-CA90E1F76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708" y="332380"/>
            <a:ext cx="3912134" cy="186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522C16A-C33E-BFA7-6B64-BF3B7027D6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45" y="2413332"/>
            <a:ext cx="2736885" cy="213009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43C06CF-D6C0-F8FA-AC6B-FE530EBBD16E}"/>
              </a:ext>
            </a:extLst>
          </p:cNvPr>
          <p:cNvSpPr txBox="1"/>
          <p:nvPr/>
        </p:nvSpPr>
        <p:spPr>
          <a:xfrm>
            <a:off x="753708" y="4775047"/>
            <a:ext cx="2369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Plage de courant: 1A à 500A</a:t>
            </a:r>
          </a:p>
          <a:p>
            <a:r>
              <a:rPr lang="fr-FR" sz="1000" dirty="0"/>
              <a:t>Plage d’inductance: 1µH à 1mH</a:t>
            </a:r>
          </a:p>
          <a:p>
            <a:endParaRPr lang="fr-FR" sz="1000" dirty="0"/>
          </a:p>
          <a:p>
            <a:endParaRPr lang="fr-FR" sz="1000" dirty="0"/>
          </a:p>
        </p:txBody>
      </p:sp>
      <p:pic>
        <p:nvPicPr>
          <p:cNvPr id="7" name="Picture 4" descr="OM Power OM-2000A OM Power OM-2000A+ HF Plus 6 Meter 1,500W+ Auto Tune  Linear Amplifiers | DX Engineering">
            <a:extLst>
              <a:ext uri="{FF2B5EF4-FFF2-40B4-BE49-F238E27FC236}">
                <a16:creationId xmlns:a16="http://schemas.microsoft.com/office/drawing/2014/main" id="{37878743-61C7-6AD3-2806-9DECBFC06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2562" y="0"/>
            <a:ext cx="2746938" cy="153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6047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17</Words>
  <Application>Microsoft Office PowerPoint</Application>
  <PresentationFormat>Grand écran</PresentationFormat>
  <Paragraphs>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Yoann DE LA CALLE</dc:creator>
  <cp:lastModifiedBy>Yoann DE LA CALLE</cp:lastModifiedBy>
  <cp:revision>1</cp:revision>
  <dcterms:created xsi:type="dcterms:W3CDTF">2025-06-26T10:55:01Z</dcterms:created>
  <dcterms:modified xsi:type="dcterms:W3CDTF">2025-06-26T13:49:46Z</dcterms:modified>
</cp:coreProperties>
</file>