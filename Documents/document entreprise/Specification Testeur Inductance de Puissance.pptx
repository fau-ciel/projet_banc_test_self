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handoutMasterIdLst>
    <p:handoutMasterId r:id="rId9"/>
  </p:handoutMasterIdLst>
  <p:sldIdLst>
    <p:sldId id="286" r:id="rId2"/>
    <p:sldId id="311" r:id="rId3"/>
    <p:sldId id="312" r:id="rId4"/>
    <p:sldId id="284" r:id="rId5"/>
    <p:sldId id="313" r:id="rId6"/>
    <p:sldId id="282" r:id="rId7"/>
  </p:sldIdLst>
  <p:sldSz cx="12192000" cy="6858000"/>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373C"/>
    <a:srgbClr val="EDAB00"/>
    <a:srgbClr val="2D3637"/>
    <a:srgbClr val="2F5597"/>
    <a:srgbClr val="A0B800"/>
    <a:srgbClr val="20B1CE"/>
    <a:srgbClr val="FFFFFF"/>
    <a:srgbClr val="FFC000"/>
    <a:srgbClr val="F87E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433" autoAdjust="0"/>
  </p:normalViewPr>
  <p:slideViewPr>
    <p:cSldViewPr snapToGrid="0">
      <p:cViewPr varScale="1">
        <p:scale>
          <a:sx n="79" d="100"/>
          <a:sy n="79" d="100"/>
        </p:scale>
        <p:origin x="850" y="77"/>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75" d="100"/>
          <a:sy n="75" d="100"/>
        </p:scale>
        <p:origin x="189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2BEC7BB-A1CB-463E-8627-E370572D7E82}" type="datetimeFigureOut">
              <a:rPr lang="fr-FR" smtClean="0"/>
              <a:t>07/01/2022</a:t>
            </a:fld>
            <a:endParaRPr lang="fr-FR"/>
          </a:p>
        </p:txBody>
      </p:sp>
      <p:sp>
        <p:nvSpPr>
          <p:cNvPr id="4" name="Espace réservé du pied de page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BB980EF-6364-4C2A-B94C-D04B6B8F21A3}" type="slidenum">
              <a:rPr lang="fr-FR" smtClean="0"/>
              <a:t>‹N°›</a:t>
            </a:fld>
            <a:endParaRPr lang="fr-FR"/>
          </a:p>
        </p:txBody>
      </p:sp>
    </p:spTree>
    <p:extLst>
      <p:ext uri="{BB962C8B-B14F-4D97-AF65-F5344CB8AC3E}">
        <p14:creationId xmlns:p14="http://schemas.microsoft.com/office/powerpoint/2010/main" val="1048507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7AF3C1A-E146-42A7-9285-140231C5CBC8}" type="datetimeFigureOut">
              <a:rPr lang="fr-FR" smtClean="0"/>
              <a:t>07/01/2022</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ECB91B9-861B-45B2-A78A-3E8F035040FE}" type="slidenum">
              <a:rPr lang="fr-FR" smtClean="0"/>
              <a:t>‹N°›</a:t>
            </a:fld>
            <a:endParaRPr lang="fr-FR"/>
          </a:p>
        </p:txBody>
      </p:sp>
    </p:spTree>
    <p:extLst>
      <p:ext uri="{BB962C8B-B14F-4D97-AF65-F5344CB8AC3E}">
        <p14:creationId xmlns:p14="http://schemas.microsoft.com/office/powerpoint/2010/main" val="6240929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ECB91B9-861B-45B2-A78A-3E8F035040FE}" type="slidenum">
              <a:rPr lang="fr-FR" smtClean="0"/>
              <a:t>4</a:t>
            </a:fld>
            <a:endParaRPr lang="fr-FR"/>
          </a:p>
        </p:txBody>
      </p:sp>
    </p:spTree>
    <p:extLst>
      <p:ext uri="{BB962C8B-B14F-4D97-AF65-F5344CB8AC3E}">
        <p14:creationId xmlns:p14="http://schemas.microsoft.com/office/powerpoint/2010/main" val="3704943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hyperlink" Target="https://www.linkedin.com/company/alphee-engineering/" TargetMode="External"/><Relationship Id="rId7" Type="http://schemas.openxmlformats.org/officeDocument/2006/relationships/hyperlink" Target="https://www.linkedin.com/company/groupe-ercteel/" TargetMode="External"/><Relationship Id="rId12" Type="http://schemas.openxmlformats.org/officeDocument/2006/relationships/image" Target="../media/image15.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age de garde">
    <p:spTree>
      <p:nvGrpSpPr>
        <p:cNvPr id="1" name=""/>
        <p:cNvGrpSpPr/>
        <p:nvPr/>
      </p:nvGrpSpPr>
      <p:grpSpPr>
        <a:xfrm>
          <a:off x="0" y="0"/>
          <a:ext cx="0" cy="0"/>
          <a:chOff x="0" y="0"/>
          <a:chExt cx="0" cy="0"/>
        </a:xfrm>
      </p:grpSpPr>
      <p:pic>
        <p:nvPicPr>
          <p:cNvPr id="9" name="Image 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5865" y="720754"/>
            <a:ext cx="2519998" cy="323246"/>
          </a:xfrm>
          <a:prstGeom prst="rect">
            <a:avLst/>
          </a:prstGeom>
        </p:spPr>
      </p:pic>
      <p:sp>
        <p:nvSpPr>
          <p:cNvPr id="11" name="ZoneTexte 10"/>
          <p:cNvSpPr txBox="1"/>
          <p:nvPr userDrawn="1"/>
        </p:nvSpPr>
        <p:spPr>
          <a:xfrm>
            <a:off x="696000" y="1315719"/>
            <a:ext cx="10800000" cy="632481"/>
          </a:xfrm>
          <a:prstGeom prst="rect">
            <a:avLst/>
          </a:prstGeom>
          <a:noFill/>
        </p:spPr>
        <p:txBody>
          <a:bodyPr wrap="square" rtlCol="0">
            <a:spAutoFit/>
          </a:bodyPr>
          <a:lstStyle/>
          <a:p>
            <a:pPr algn="ctr" defTabSz="914400" rtl="0" eaLnBrk="1" latinLnBrk="0" hangingPunct="1">
              <a:lnSpc>
                <a:spcPct val="90000"/>
              </a:lnSpc>
              <a:spcBef>
                <a:spcPct val="0"/>
              </a:spcBef>
              <a:buNone/>
            </a:pPr>
            <a:r>
              <a:rPr lang="fr-FR" sz="3900" kern="1200" cap="all" spc="5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Technical</a:t>
            </a:r>
            <a:r>
              <a:rPr lang="fr-FR" sz="3600" kern="1200" cap="all" spc="5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 &amp; commercial </a:t>
            </a:r>
            <a:r>
              <a:rPr lang="fr-FR" sz="3600" kern="1200" cap="all" spc="50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proposal</a:t>
            </a:r>
            <a:endParaRPr lang="fr-FR" sz="3600" kern="1200" cap="all" spc="5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graphicFrame>
        <p:nvGraphicFramePr>
          <p:cNvPr id="21" name="Tableau 20"/>
          <p:cNvGraphicFramePr>
            <a:graphicFrameLocks noGrp="1"/>
          </p:cNvGraphicFramePr>
          <p:nvPr userDrawn="1">
            <p:extLst>
              <p:ext uri="{D42A27DB-BD31-4B8C-83A1-F6EECF244321}">
                <p14:modId xmlns:p14="http://schemas.microsoft.com/office/powerpoint/2010/main" val="1243100651"/>
              </p:ext>
            </p:extLst>
          </p:nvPr>
        </p:nvGraphicFramePr>
        <p:xfrm>
          <a:off x="885865" y="5796024"/>
          <a:ext cx="10302835" cy="540000"/>
        </p:xfrm>
        <a:graphic>
          <a:graphicData uri="http://schemas.openxmlformats.org/drawingml/2006/table">
            <a:tbl>
              <a:tblPr firstRow="1" bandRow="1">
                <a:tableStyleId>{2D5ABB26-0587-4C30-8999-92F81FD0307C}</a:tableStyleId>
              </a:tblPr>
              <a:tblGrid>
                <a:gridCol w="2060567">
                  <a:extLst>
                    <a:ext uri="{9D8B030D-6E8A-4147-A177-3AD203B41FA5}">
                      <a16:colId xmlns:a16="http://schemas.microsoft.com/office/drawing/2014/main" val="20000"/>
                    </a:ext>
                  </a:extLst>
                </a:gridCol>
                <a:gridCol w="2060567">
                  <a:extLst>
                    <a:ext uri="{9D8B030D-6E8A-4147-A177-3AD203B41FA5}">
                      <a16:colId xmlns:a16="http://schemas.microsoft.com/office/drawing/2014/main" val="20001"/>
                    </a:ext>
                  </a:extLst>
                </a:gridCol>
                <a:gridCol w="2060567">
                  <a:extLst>
                    <a:ext uri="{9D8B030D-6E8A-4147-A177-3AD203B41FA5}">
                      <a16:colId xmlns:a16="http://schemas.microsoft.com/office/drawing/2014/main" val="20002"/>
                    </a:ext>
                  </a:extLst>
                </a:gridCol>
                <a:gridCol w="2060567">
                  <a:extLst>
                    <a:ext uri="{9D8B030D-6E8A-4147-A177-3AD203B41FA5}">
                      <a16:colId xmlns:a16="http://schemas.microsoft.com/office/drawing/2014/main" val="20003"/>
                    </a:ext>
                  </a:extLst>
                </a:gridCol>
                <a:gridCol w="2060567">
                  <a:extLst>
                    <a:ext uri="{9D8B030D-6E8A-4147-A177-3AD203B41FA5}">
                      <a16:colId xmlns:a16="http://schemas.microsoft.com/office/drawing/2014/main" val="20004"/>
                    </a:ext>
                  </a:extLst>
                </a:gridCol>
              </a:tblGrid>
              <a:tr h="180000">
                <a:tc>
                  <a:txBody>
                    <a:bodyPr/>
                    <a:lstStyle/>
                    <a:p>
                      <a:r>
                        <a:rPr lang="fr-FR" sz="1050" b="1" cap="all" spc="50" baseline="0" dirty="0">
                          <a:solidFill>
                            <a:srgbClr val="A0B800"/>
                          </a:solidFill>
                        </a:rPr>
                        <a:t>Alphée développement</a:t>
                      </a:r>
                    </a:p>
                  </a:txBody>
                  <a:tcPr marL="0" marR="0" marT="0" marB="0"/>
                </a:tc>
                <a:tc>
                  <a:txBody>
                    <a:bodyPr/>
                    <a:lstStyle/>
                    <a:p>
                      <a:pPr algn="r"/>
                      <a:r>
                        <a:rPr lang="fr-FR" sz="1050" spc="50" dirty="0">
                          <a:solidFill>
                            <a:schemeClr val="bg1"/>
                          </a:solidFill>
                        </a:rPr>
                        <a:t>Z.I. la Ponchonnière</a:t>
                      </a:r>
                    </a:p>
                  </a:txBody>
                  <a:tcPr marL="0" marR="0" marT="0" marB="0"/>
                </a:tc>
                <a:tc>
                  <a:txBody>
                    <a:bodyPr/>
                    <a:lstStyle/>
                    <a:p>
                      <a:pPr algn="r"/>
                      <a:r>
                        <a:rPr lang="fr-FR" sz="1050" spc="50" dirty="0">
                          <a:solidFill>
                            <a:schemeClr val="bg1"/>
                          </a:solidFill>
                        </a:rPr>
                        <a:t>18 route de la Chanade</a:t>
                      </a:r>
                    </a:p>
                  </a:txBody>
                  <a:tcPr marL="0" marR="0" marT="0" marB="0"/>
                </a:tc>
                <a:tc>
                  <a:txBody>
                    <a:bodyPr/>
                    <a:lstStyle/>
                    <a:p>
                      <a:pPr algn="r"/>
                      <a:r>
                        <a:rPr lang="fr-FR" sz="1050" spc="50" dirty="0">
                          <a:solidFill>
                            <a:schemeClr val="bg1"/>
                          </a:solidFill>
                        </a:rPr>
                        <a:t>69210 </a:t>
                      </a:r>
                      <a:r>
                        <a:rPr lang="fr-FR" sz="1050" cap="all" spc="50" baseline="0" dirty="0">
                          <a:solidFill>
                            <a:schemeClr val="bg1"/>
                          </a:solidFill>
                        </a:rPr>
                        <a:t>Savigny</a:t>
                      </a:r>
                    </a:p>
                  </a:txBody>
                  <a:tcPr marL="0" marR="0" marT="0" marB="0"/>
                </a:tc>
                <a:tc>
                  <a:txBody>
                    <a:bodyPr/>
                    <a:lstStyle/>
                    <a:p>
                      <a:pPr algn="r"/>
                      <a:r>
                        <a:rPr lang="fr-FR" sz="1050" spc="50" dirty="0">
                          <a:solidFill>
                            <a:schemeClr val="bg1"/>
                          </a:solidFill>
                        </a:rPr>
                        <a:t>France</a:t>
                      </a:r>
                    </a:p>
                  </a:txBody>
                  <a:tcPr marL="0" marR="0" marT="0" marB="0"/>
                </a:tc>
                <a:extLst>
                  <a:ext uri="{0D108BD9-81ED-4DB2-BD59-A6C34878D82A}">
                    <a16:rowId xmlns:a16="http://schemas.microsoft.com/office/drawing/2014/main" val="10000"/>
                  </a:ext>
                </a:extLst>
              </a:tr>
              <a:tr h="180000">
                <a:tc>
                  <a:txBody>
                    <a:bodyPr/>
                    <a:lstStyle/>
                    <a:p>
                      <a:endParaRPr lang="fr-FR" sz="1050" spc="50" dirty="0">
                        <a:solidFill>
                          <a:srgbClr val="2D3637"/>
                        </a:solidFill>
                      </a:endParaRPr>
                    </a:p>
                  </a:txBody>
                  <a:tcPr marL="0" marR="0" marT="0" marB="0"/>
                </a:tc>
                <a:tc>
                  <a:txBody>
                    <a:bodyPr/>
                    <a:lstStyle/>
                    <a:p>
                      <a:pPr algn="r"/>
                      <a:r>
                        <a:rPr lang="fr-FR" sz="1050" spc="50" dirty="0">
                          <a:solidFill>
                            <a:schemeClr val="bg1"/>
                          </a:solidFill>
                        </a:rPr>
                        <a:t>Tél. : 04 74 72 04 34</a:t>
                      </a:r>
                    </a:p>
                  </a:txBody>
                  <a:tcPr marL="0" marR="0" marT="0" marB="0"/>
                </a:tc>
                <a:tc>
                  <a:txBody>
                    <a:bodyPr/>
                    <a:lstStyle/>
                    <a:p>
                      <a:pPr algn="r"/>
                      <a:r>
                        <a:rPr lang="fr-FR" sz="1050" spc="50" dirty="0">
                          <a:solidFill>
                            <a:schemeClr val="bg1"/>
                          </a:solidFill>
                        </a:rPr>
                        <a:t>Fax. : 04 74 72 04 35</a:t>
                      </a:r>
                    </a:p>
                  </a:txBody>
                  <a:tcPr marL="0" marR="0" marT="0" marB="0"/>
                </a:tc>
                <a:tc>
                  <a:txBody>
                    <a:bodyPr/>
                    <a:lstStyle/>
                    <a:p>
                      <a:pPr algn="r"/>
                      <a:r>
                        <a:rPr lang="fr-FR" sz="1050" spc="50" dirty="0">
                          <a:solidFill>
                            <a:schemeClr val="bg1"/>
                          </a:solidFill>
                        </a:rPr>
                        <a:t>www.alphee.engineering</a:t>
                      </a:r>
                    </a:p>
                  </a:txBody>
                  <a:tcPr marL="0" marR="0" marT="0" marB="0"/>
                </a:tc>
                <a:tc>
                  <a:txBody>
                    <a:bodyPr/>
                    <a:lstStyle/>
                    <a:p>
                      <a:pPr algn="r"/>
                      <a:endParaRPr lang="fr-FR" sz="1050" spc="50" dirty="0">
                        <a:solidFill>
                          <a:schemeClr val="bg1"/>
                        </a:solidFill>
                      </a:endParaRPr>
                    </a:p>
                  </a:txBody>
                  <a:tcPr marL="0" marR="0" marT="0" marB="0"/>
                </a:tc>
                <a:extLst>
                  <a:ext uri="{0D108BD9-81ED-4DB2-BD59-A6C34878D82A}">
                    <a16:rowId xmlns:a16="http://schemas.microsoft.com/office/drawing/2014/main" val="10001"/>
                  </a:ext>
                </a:extLst>
              </a:tr>
              <a:tr h="180000">
                <a:tc>
                  <a:txBody>
                    <a:bodyPr/>
                    <a:lstStyle/>
                    <a:p>
                      <a:endParaRPr lang="fr-FR" sz="1050" spc="50" dirty="0">
                        <a:solidFill>
                          <a:schemeClr val="bg1"/>
                        </a:solidFill>
                      </a:endParaRPr>
                    </a:p>
                  </a:txBody>
                  <a:tcPr marL="0" marR="0" marT="0" marB="0"/>
                </a:tc>
                <a:tc>
                  <a:txBody>
                    <a:bodyPr/>
                    <a:lstStyle/>
                    <a:p>
                      <a:pPr algn="r"/>
                      <a:r>
                        <a:rPr lang="nn-NO" sz="1050" spc="50" dirty="0">
                          <a:solidFill>
                            <a:schemeClr val="bg1"/>
                          </a:solidFill>
                        </a:rPr>
                        <a:t>Siret : 403 018 237 00038</a:t>
                      </a:r>
                      <a:endParaRPr lang="fr-FR" sz="1050" spc="50" dirty="0">
                        <a:solidFill>
                          <a:schemeClr val="bg1"/>
                        </a:solidFill>
                      </a:endParaRPr>
                    </a:p>
                  </a:txBody>
                  <a:tcPr marL="0" marR="0" marT="0" marB="0"/>
                </a:tc>
                <a:tc>
                  <a:txBody>
                    <a:bodyPr/>
                    <a:lstStyle/>
                    <a:p>
                      <a:pPr algn="r"/>
                      <a:r>
                        <a:rPr lang="fr-FR" sz="1050" spc="50" dirty="0">
                          <a:solidFill>
                            <a:schemeClr val="bg1"/>
                          </a:solidFill>
                        </a:rPr>
                        <a:t>RCS : Lyon B 403 018 237</a:t>
                      </a:r>
                    </a:p>
                  </a:txBody>
                  <a:tcPr marL="0" marR="0" marT="0" marB="0"/>
                </a:tc>
                <a:tc>
                  <a:txBody>
                    <a:bodyPr/>
                    <a:lstStyle/>
                    <a:p>
                      <a:pPr algn="r"/>
                      <a:r>
                        <a:rPr lang="fr-FR" sz="1050" spc="50" dirty="0">
                          <a:solidFill>
                            <a:schemeClr val="bg1"/>
                          </a:solidFill>
                        </a:rPr>
                        <a:t>TVA : FR 66 403 018 237</a:t>
                      </a:r>
                    </a:p>
                  </a:txBody>
                  <a:tcPr marL="0" marR="0" marT="0" marB="0"/>
                </a:tc>
                <a:tc>
                  <a:txBody>
                    <a:bodyPr/>
                    <a:lstStyle/>
                    <a:p>
                      <a:pPr algn="r"/>
                      <a:r>
                        <a:rPr lang="fr-FR" sz="1050" spc="50" dirty="0">
                          <a:solidFill>
                            <a:schemeClr val="bg1"/>
                          </a:solidFill>
                        </a:rPr>
                        <a:t>APE : 2611Z</a:t>
                      </a: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1058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2 Parties | TECHNIQUE">
    <p:spTree>
      <p:nvGrpSpPr>
        <p:cNvPr id="1" name=""/>
        <p:cNvGrpSpPr/>
        <p:nvPr/>
      </p:nvGrpSpPr>
      <p:grpSpPr>
        <a:xfrm>
          <a:off x="0" y="0"/>
          <a:ext cx="0" cy="0"/>
          <a:chOff x="0" y="0"/>
          <a:chExt cx="0" cy="0"/>
        </a:xfrm>
      </p:grpSpPr>
      <p:pic>
        <p:nvPicPr>
          <p:cNvPr id="18" name="Image 17"/>
          <p:cNvPicPr>
            <a:picLocks noChangeAspect="1"/>
          </p:cNvPicPr>
          <p:nvPr userDrawn="1"/>
        </p:nvPicPr>
        <p:blipFill rotWithShape="1">
          <a:blip r:embed="rId2">
            <a:extLst>
              <a:ext uri="{28A0092B-C50C-407E-A947-70E740481C1C}">
                <a14:useLocalDpi xmlns:a14="http://schemas.microsoft.com/office/drawing/2010/main" val="0"/>
              </a:ext>
            </a:extLst>
          </a:blip>
          <a:srcRect l="1" t="14703" r="67" b="29837"/>
          <a:stretch/>
        </p:blipFill>
        <p:spPr>
          <a:xfrm flipH="1">
            <a:off x="0" y="0"/>
            <a:ext cx="12192000" cy="4495800"/>
          </a:xfrm>
          <a:prstGeom prst="rect">
            <a:avLst/>
          </a:prstGeom>
        </p:spPr>
      </p:pic>
      <p:cxnSp>
        <p:nvCxnSpPr>
          <p:cNvPr id="8" name="Connecteur droit 7"/>
          <p:cNvCxnSpPr/>
          <p:nvPr userDrawn="1"/>
        </p:nvCxnSpPr>
        <p:spPr>
          <a:xfrm>
            <a:off x="1146000" y="5269470"/>
            <a:ext cx="9900000" cy="0"/>
          </a:xfrm>
          <a:prstGeom prst="line">
            <a:avLst/>
          </a:prstGeom>
          <a:ln>
            <a:solidFill>
              <a:srgbClr val="2D3637"/>
            </a:solidFill>
          </a:ln>
        </p:spPr>
        <p:style>
          <a:lnRef idx="1">
            <a:schemeClr val="accent1"/>
          </a:lnRef>
          <a:fillRef idx="0">
            <a:schemeClr val="accent1"/>
          </a:fillRef>
          <a:effectRef idx="0">
            <a:schemeClr val="accent1"/>
          </a:effectRef>
          <a:fontRef idx="minor">
            <a:schemeClr val="tx1"/>
          </a:fontRef>
        </p:style>
      </p:cxnSp>
      <p:sp>
        <p:nvSpPr>
          <p:cNvPr id="54" name="ZoneTexte 53"/>
          <p:cNvSpPr txBox="1"/>
          <p:nvPr userDrawn="1"/>
        </p:nvSpPr>
        <p:spPr>
          <a:xfrm rot="16200000">
            <a:off x="-472532" y="1940936"/>
            <a:ext cx="3600000" cy="590931"/>
          </a:xfrm>
          <a:prstGeom prst="rect">
            <a:avLst/>
          </a:prstGeom>
          <a:noFill/>
        </p:spPr>
        <p:txBody>
          <a:bodyPr wrap="square" rtlCol="0">
            <a:spAutoFit/>
          </a:bodyPr>
          <a:lstStyle/>
          <a:p>
            <a:pPr algn="r" defTabSz="914400" rtl="0" eaLnBrk="1" latinLnBrk="0" hangingPunct="1">
              <a:lnSpc>
                <a:spcPct val="90000"/>
              </a:lnSpc>
              <a:spcBef>
                <a:spcPct val="0"/>
              </a:spcBef>
              <a:buNone/>
            </a:pPr>
            <a:r>
              <a:rPr lang="fr-FR" sz="3600" kern="1200" cap="all" spc="62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summary</a:t>
            </a:r>
            <a:endPar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sp>
        <p:nvSpPr>
          <p:cNvPr id="56" name="Espace réservé du texte 20"/>
          <p:cNvSpPr>
            <a:spLocks noGrp="1"/>
          </p:cNvSpPr>
          <p:nvPr>
            <p:ph type="body" sz="quarter" idx="20" hasCustomPrompt="1"/>
          </p:nvPr>
        </p:nvSpPr>
        <p:spPr>
          <a:xfrm>
            <a:off x="1758984" y="1252766"/>
            <a:ext cx="8674031" cy="369553"/>
          </a:xfrm>
          <a:prstGeom prst="rect">
            <a:avLst/>
          </a:prstGeom>
        </p:spPr>
        <p:txBody>
          <a:bodyPr>
            <a:normAutofit/>
          </a:bodyPr>
          <a:lstStyle>
            <a:lvl1pPr marL="0" indent="0" algn="ctr">
              <a:buNone/>
              <a:defRPr sz="2000" cap="none" baseline="0">
                <a:solidFill>
                  <a:schemeClr val="bg1"/>
                </a:solidFill>
                <a:latin typeface="+mn-lt"/>
                <a:ea typeface="Open Sans Condensed" panose="020B0806030504020204" pitchFamily="34" charset="0"/>
                <a:cs typeface="Open Sans Condensed" panose="020B0806030504020204" pitchFamily="34" charset="0"/>
              </a:defRPr>
            </a:lvl1pPr>
          </a:lstStyle>
          <a:p>
            <a:pPr lvl="0"/>
            <a:r>
              <a:rPr lang="fr-FR" dirty="0"/>
              <a:t>Nom du projet</a:t>
            </a:r>
          </a:p>
        </p:txBody>
      </p:sp>
      <p:sp>
        <p:nvSpPr>
          <p:cNvPr id="57" name="Rectangle 56"/>
          <p:cNvSpPr/>
          <p:nvPr userDrawn="1"/>
        </p:nvSpPr>
        <p:spPr>
          <a:xfrm>
            <a:off x="1758985" y="1993768"/>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space réservé du texte 18"/>
          <p:cNvSpPr>
            <a:spLocks noGrp="1"/>
          </p:cNvSpPr>
          <p:nvPr>
            <p:ph type="body" sz="quarter" idx="10" hasCustomPrompt="1"/>
          </p:nvPr>
        </p:nvSpPr>
        <p:spPr>
          <a:xfrm>
            <a:off x="1758985" y="1970506"/>
            <a:ext cx="8674030" cy="370800"/>
          </a:xfrm>
          <a:prstGeom prst="rect">
            <a:avLst/>
          </a:prstGeom>
        </p:spPr>
        <p:txBody>
          <a:bodyPr>
            <a:normAutofit/>
          </a:bodyPr>
          <a:lstStyle>
            <a:lvl1pPr marL="0" indent="0" algn="ctr">
              <a:lnSpc>
                <a:spcPct val="100000"/>
              </a:lnSpc>
              <a:spcBef>
                <a:spcPts val="0"/>
              </a:spcBef>
              <a:buNone/>
              <a:defRPr sz="16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OTC-000000</a:t>
            </a:r>
          </a:p>
        </p:txBody>
      </p:sp>
      <p:sp>
        <p:nvSpPr>
          <p:cNvPr id="59" name="Rectangle 58"/>
          <p:cNvSpPr/>
          <p:nvPr userDrawn="1"/>
        </p:nvSpPr>
        <p:spPr>
          <a:xfrm>
            <a:off x="1758985" y="2398999"/>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60" name="Rectangle 59"/>
          <p:cNvSpPr/>
          <p:nvPr userDrawn="1"/>
        </p:nvSpPr>
        <p:spPr>
          <a:xfrm>
            <a:off x="1758985" y="2791784"/>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Espace réservé du texte 18"/>
          <p:cNvSpPr>
            <a:spLocks noGrp="1"/>
          </p:cNvSpPr>
          <p:nvPr>
            <p:ph type="body" sz="quarter" idx="21" hasCustomPrompt="1"/>
          </p:nvPr>
        </p:nvSpPr>
        <p:spPr>
          <a:xfrm>
            <a:off x="1758985" y="2375599"/>
            <a:ext cx="8674030" cy="370800"/>
          </a:xfrm>
          <a:prstGeom prst="rect">
            <a:avLst/>
          </a:prstGeom>
        </p:spPr>
        <p:txBody>
          <a:bodyPr>
            <a:normAutofit/>
          </a:bodyPr>
          <a:lstStyle>
            <a:lvl1pPr marL="0" indent="0" algn="ctr">
              <a:lnSpc>
                <a:spcPct val="100000"/>
              </a:lnSpc>
              <a:spcBef>
                <a:spcPts val="0"/>
              </a:spcBef>
              <a:buNone/>
              <a:defRPr sz="18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Issue X0</a:t>
            </a:r>
          </a:p>
        </p:txBody>
      </p:sp>
      <p:sp>
        <p:nvSpPr>
          <p:cNvPr id="62" name="Espace réservé du texte 18"/>
          <p:cNvSpPr>
            <a:spLocks noGrp="1"/>
          </p:cNvSpPr>
          <p:nvPr>
            <p:ph type="body" sz="quarter" idx="22" hasCustomPrompt="1"/>
          </p:nvPr>
        </p:nvSpPr>
        <p:spPr>
          <a:xfrm>
            <a:off x="1758985" y="2769799"/>
            <a:ext cx="8674030" cy="370800"/>
          </a:xfrm>
          <a:prstGeom prst="rect">
            <a:avLst/>
          </a:prstGeom>
        </p:spPr>
        <p:txBody>
          <a:bodyPr>
            <a:normAutofit/>
          </a:bodyPr>
          <a:lstStyle>
            <a:lvl1pPr marL="0" indent="0" algn="ctr">
              <a:lnSpc>
                <a:spcPct val="100000"/>
              </a:lnSpc>
              <a:spcBef>
                <a:spcPts val="0"/>
              </a:spcBef>
              <a:buNone/>
              <a:defRPr sz="16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Date JJ/MM/AAAA</a:t>
            </a:r>
          </a:p>
        </p:txBody>
      </p:sp>
      <p:sp>
        <p:nvSpPr>
          <p:cNvPr id="63" name="ZoneTexte 62"/>
          <p:cNvSpPr txBox="1"/>
          <p:nvPr userDrawn="1"/>
        </p:nvSpPr>
        <p:spPr>
          <a:xfrm>
            <a:off x="696000" y="531003"/>
            <a:ext cx="10800000" cy="424732"/>
          </a:xfrm>
          <a:prstGeom prst="rect">
            <a:avLst/>
          </a:prstGeom>
          <a:noFill/>
        </p:spPr>
        <p:txBody>
          <a:bodyPr wrap="square" rtlCol="0">
            <a:spAutoFit/>
          </a:bodyPr>
          <a:lstStyle/>
          <a:p>
            <a:pPr algn="ctr" defTabSz="914400" rtl="0" eaLnBrk="1" latinLnBrk="0" hangingPunct="1">
              <a:lnSpc>
                <a:spcPct val="90000"/>
              </a:lnSpc>
              <a:spcBef>
                <a:spcPct val="0"/>
              </a:spcBef>
              <a:buNone/>
            </a:pPr>
            <a:r>
              <a:rPr lang="fr-FR" sz="2400" kern="1200" cap="all" spc="6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Technical &amp; commercial </a:t>
            </a:r>
            <a:r>
              <a:rPr lang="fr-FR" sz="2400" kern="1200" cap="all" spc="60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proposal</a:t>
            </a:r>
            <a:endParaRPr lang="fr-FR" sz="2400" kern="1200" cap="all" spc="6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sp>
        <p:nvSpPr>
          <p:cNvPr id="9" name="Ellipse 8"/>
          <p:cNvSpPr/>
          <p:nvPr userDrawn="1"/>
        </p:nvSpPr>
        <p:spPr>
          <a:xfrm>
            <a:off x="4451748" y="4943699"/>
            <a:ext cx="648000" cy="647700"/>
          </a:xfrm>
          <a:prstGeom prst="ellipse">
            <a:avLst/>
          </a:prstGeom>
          <a:solidFill>
            <a:srgbClr val="A0B80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11" name="Ellipse 10"/>
          <p:cNvSpPr/>
          <p:nvPr userDrawn="1"/>
        </p:nvSpPr>
        <p:spPr>
          <a:xfrm>
            <a:off x="7094503" y="4943699"/>
            <a:ext cx="648000" cy="6477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64" name="ZoneTexte 63"/>
          <p:cNvSpPr txBox="1"/>
          <p:nvPr userDrawn="1"/>
        </p:nvSpPr>
        <p:spPr>
          <a:xfrm>
            <a:off x="3695748"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rPr>
              <a:t>Technical</a:t>
            </a:r>
            <a:br>
              <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rPr>
            </a:br>
            <a:r>
              <a:rPr lang="fr-FR" sz="1200" b="1" kern="1200" cap="all" spc="100" baseline="0" dirty="0" err="1">
                <a:solidFill>
                  <a:srgbClr val="A0B800"/>
                </a:solidFill>
                <a:latin typeface="+mn-lt"/>
                <a:ea typeface="Open Sans Condensed" panose="020B0806030504020204" pitchFamily="34" charset="0"/>
                <a:cs typeface="Open Sans Condensed" panose="020B0806030504020204" pitchFamily="34" charset="0"/>
              </a:rPr>
              <a:t>proposal</a:t>
            </a:r>
            <a:endPar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endParaRPr>
          </a:p>
        </p:txBody>
      </p:sp>
      <p:sp>
        <p:nvSpPr>
          <p:cNvPr id="66" name="ZoneTexte 65"/>
          <p:cNvSpPr txBox="1"/>
          <p:nvPr userDrawn="1"/>
        </p:nvSpPr>
        <p:spPr>
          <a:xfrm>
            <a:off x="6336253"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t>Commercial</a:t>
            </a:r>
            <a:b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2F5597"/>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1010480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2 Parties | COMMERCIAL">
    <p:spTree>
      <p:nvGrpSpPr>
        <p:cNvPr id="1" name=""/>
        <p:cNvGrpSpPr/>
        <p:nvPr/>
      </p:nvGrpSpPr>
      <p:grpSpPr>
        <a:xfrm>
          <a:off x="0" y="0"/>
          <a:ext cx="0" cy="0"/>
          <a:chOff x="0" y="0"/>
          <a:chExt cx="0" cy="0"/>
        </a:xfrm>
      </p:grpSpPr>
      <p:pic>
        <p:nvPicPr>
          <p:cNvPr id="18" name="Image 17"/>
          <p:cNvPicPr>
            <a:picLocks noChangeAspect="1"/>
          </p:cNvPicPr>
          <p:nvPr userDrawn="1"/>
        </p:nvPicPr>
        <p:blipFill rotWithShape="1">
          <a:blip r:embed="rId2">
            <a:extLst>
              <a:ext uri="{28A0092B-C50C-407E-A947-70E740481C1C}">
                <a14:useLocalDpi xmlns:a14="http://schemas.microsoft.com/office/drawing/2010/main" val="0"/>
              </a:ext>
            </a:extLst>
          </a:blip>
          <a:srcRect l="1" t="14703" r="67" b="29837"/>
          <a:stretch/>
        </p:blipFill>
        <p:spPr>
          <a:xfrm flipH="1">
            <a:off x="0" y="0"/>
            <a:ext cx="12192000" cy="4495800"/>
          </a:xfrm>
          <a:prstGeom prst="rect">
            <a:avLst/>
          </a:prstGeom>
        </p:spPr>
      </p:pic>
      <p:cxnSp>
        <p:nvCxnSpPr>
          <p:cNvPr id="8" name="Connecteur droit 7"/>
          <p:cNvCxnSpPr/>
          <p:nvPr userDrawn="1"/>
        </p:nvCxnSpPr>
        <p:spPr>
          <a:xfrm>
            <a:off x="1146000" y="5269470"/>
            <a:ext cx="9900000" cy="0"/>
          </a:xfrm>
          <a:prstGeom prst="line">
            <a:avLst/>
          </a:prstGeom>
          <a:ln>
            <a:solidFill>
              <a:srgbClr val="2D3637"/>
            </a:solidFill>
          </a:ln>
        </p:spPr>
        <p:style>
          <a:lnRef idx="1">
            <a:schemeClr val="accent1"/>
          </a:lnRef>
          <a:fillRef idx="0">
            <a:schemeClr val="accent1"/>
          </a:fillRef>
          <a:effectRef idx="0">
            <a:schemeClr val="accent1"/>
          </a:effectRef>
          <a:fontRef idx="minor">
            <a:schemeClr val="tx1"/>
          </a:fontRef>
        </p:style>
      </p:cxnSp>
      <p:sp>
        <p:nvSpPr>
          <p:cNvPr id="9" name="Ellipse 8"/>
          <p:cNvSpPr/>
          <p:nvPr userDrawn="1"/>
        </p:nvSpPr>
        <p:spPr>
          <a:xfrm>
            <a:off x="4451748" y="4943699"/>
            <a:ext cx="648000" cy="647700"/>
          </a:xfrm>
          <a:prstGeom prst="ellipse">
            <a:avLst/>
          </a:prstGeom>
          <a:solidFill>
            <a:srgbClr val="A0B8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11" name="Ellipse 10"/>
          <p:cNvSpPr/>
          <p:nvPr userDrawn="1"/>
        </p:nvSpPr>
        <p:spPr>
          <a:xfrm>
            <a:off x="7094503" y="4943699"/>
            <a:ext cx="648000" cy="647700"/>
          </a:xfrm>
          <a:prstGeom prst="ellipse">
            <a:avLst/>
          </a:prstGeom>
          <a:solidFill>
            <a:srgbClr val="2F5597"/>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64" name="ZoneTexte 63"/>
          <p:cNvSpPr txBox="1"/>
          <p:nvPr userDrawn="1"/>
        </p:nvSpPr>
        <p:spPr>
          <a:xfrm>
            <a:off x="3695748"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t>Technical</a:t>
            </a:r>
            <a:b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A0B800"/>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endParaRPr>
          </a:p>
        </p:txBody>
      </p:sp>
      <p:sp>
        <p:nvSpPr>
          <p:cNvPr id="66" name="ZoneTexte 65"/>
          <p:cNvSpPr txBox="1"/>
          <p:nvPr userDrawn="1"/>
        </p:nvSpPr>
        <p:spPr>
          <a:xfrm>
            <a:off x="6336253"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rPr>
              <a:t>Commercial</a:t>
            </a:r>
            <a:br>
              <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rPr>
            </a:br>
            <a:r>
              <a:rPr lang="fr-FR" sz="1200" b="1" kern="1200" cap="all" spc="100" baseline="0" dirty="0" err="1">
                <a:solidFill>
                  <a:srgbClr val="2F5597"/>
                </a:solidFill>
                <a:latin typeface="+mn-lt"/>
                <a:ea typeface="Open Sans Condensed" panose="020B0806030504020204" pitchFamily="34" charset="0"/>
                <a:cs typeface="Open Sans Condensed" panose="020B0806030504020204" pitchFamily="34" charset="0"/>
              </a:rPr>
              <a:t>proposal</a:t>
            </a:r>
            <a:endPar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endParaRPr>
          </a:p>
        </p:txBody>
      </p:sp>
      <p:sp>
        <p:nvSpPr>
          <p:cNvPr id="17" name="ZoneTexte 16">
            <a:extLst>
              <a:ext uri="{FF2B5EF4-FFF2-40B4-BE49-F238E27FC236}">
                <a16:creationId xmlns:a16="http://schemas.microsoft.com/office/drawing/2014/main" id="{0A462906-7CAC-4786-9A22-1ABBFAA76EAA}"/>
              </a:ext>
            </a:extLst>
          </p:cNvPr>
          <p:cNvSpPr txBox="1"/>
          <p:nvPr userDrawn="1"/>
        </p:nvSpPr>
        <p:spPr>
          <a:xfrm rot="16200000">
            <a:off x="248883" y="1191820"/>
            <a:ext cx="2157170" cy="646331"/>
          </a:xfrm>
          <a:prstGeom prst="rect">
            <a:avLst/>
          </a:prstGeom>
          <a:noFill/>
        </p:spPr>
        <p:txBody>
          <a:bodyPr wrap="square" rtlCol="0">
            <a:spAutoFit/>
          </a:bodyPr>
          <a:lstStyle/>
          <a:p>
            <a:pPr algn="r" defTabSz="914400" rtl="0" eaLnBrk="1" latinLnBrk="0" hangingPunct="1">
              <a:lnSpc>
                <a:spcPct val="90000"/>
              </a:lnSpc>
              <a:spcBef>
                <a:spcPct val="0"/>
              </a:spcBef>
              <a:buNone/>
            </a:pPr>
            <a:r>
              <a:rPr lang="fr-FR" sz="2000" kern="1200" cap="all" spc="50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Modif</a:t>
            </a:r>
            <a:r>
              <a:rPr lang="fr-FR" sz="2000" kern="1200" cap="all" spc="5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a:t>
            </a:r>
          </a:p>
          <a:p>
            <a:pPr algn="r" defTabSz="914400" rtl="0" eaLnBrk="1" latinLnBrk="0" hangingPunct="1">
              <a:lnSpc>
                <a:spcPct val="90000"/>
              </a:lnSpc>
              <a:spcBef>
                <a:spcPct val="0"/>
              </a:spcBef>
              <a:buNone/>
            </a:pPr>
            <a:r>
              <a:rPr lang="fr-FR" sz="2000" kern="1200" cap="all" spc="50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history</a:t>
            </a:r>
            <a:endParaRPr lang="fr-FR" sz="2000" kern="1200" cap="all" spc="5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graphicFrame>
        <p:nvGraphicFramePr>
          <p:cNvPr id="19" name="Tableau 18">
            <a:extLst>
              <a:ext uri="{FF2B5EF4-FFF2-40B4-BE49-F238E27FC236}">
                <a16:creationId xmlns:a16="http://schemas.microsoft.com/office/drawing/2014/main" id="{F4B64B27-B44B-4DB7-89FB-0C3E2D15A4C2}"/>
              </a:ext>
            </a:extLst>
          </p:cNvPr>
          <p:cNvGraphicFramePr>
            <a:graphicFrameLocks noGrp="1"/>
          </p:cNvGraphicFramePr>
          <p:nvPr userDrawn="1">
            <p:extLst>
              <p:ext uri="{D42A27DB-BD31-4B8C-83A1-F6EECF244321}">
                <p14:modId xmlns:p14="http://schemas.microsoft.com/office/powerpoint/2010/main" val="3550249895"/>
              </p:ext>
            </p:extLst>
          </p:nvPr>
        </p:nvGraphicFramePr>
        <p:xfrm>
          <a:off x="2079540" y="522350"/>
          <a:ext cx="8712000" cy="1800000"/>
        </p:xfrm>
        <a:graphic>
          <a:graphicData uri="http://schemas.openxmlformats.org/drawingml/2006/table">
            <a:tbl>
              <a:tblPr firstRow="1" firstCol="1" bandRow="1">
                <a:tableStyleId>{2D5ABB26-0587-4C30-8999-92F81FD0307C}</a:tableStyleId>
              </a:tblPr>
              <a:tblGrid>
                <a:gridCol w="1214518">
                  <a:extLst>
                    <a:ext uri="{9D8B030D-6E8A-4147-A177-3AD203B41FA5}">
                      <a16:colId xmlns:a16="http://schemas.microsoft.com/office/drawing/2014/main" val="20000"/>
                    </a:ext>
                  </a:extLst>
                </a:gridCol>
                <a:gridCol w="670159">
                  <a:extLst>
                    <a:ext uri="{9D8B030D-6E8A-4147-A177-3AD203B41FA5}">
                      <a16:colId xmlns:a16="http://schemas.microsoft.com/office/drawing/2014/main" val="20001"/>
                    </a:ext>
                  </a:extLst>
                </a:gridCol>
                <a:gridCol w="4020217">
                  <a:extLst>
                    <a:ext uri="{9D8B030D-6E8A-4147-A177-3AD203B41FA5}">
                      <a16:colId xmlns:a16="http://schemas.microsoft.com/office/drawing/2014/main" val="20002"/>
                    </a:ext>
                  </a:extLst>
                </a:gridCol>
                <a:gridCol w="1403553">
                  <a:extLst>
                    <a:ext uri="{9D8B030D-6E8A-4147-A177-3AD203B41FA5}">
                      <a16:colId xmlns:a16="http://schemas.microsoft.com/office/drawing/2014/main" val="20003"/>
                    </a:ext>
                  </a:extLst>
                </a:gridCol>
                <a:gridCol w="1403553">
                  <a:extLst>
                    <a:ext uri="{9D8B030D-6E8A-4147-A177-3AD203B41FA5}">
                      <a16:colId xmlns:a16="http://schemas.microsoft.com/office/drawing/2014/main" val="20004"/>
                    </a:ext>
                  </a:extLst>
                </a:gridCol>
              </a:tblGrid>
              <a:tr h="450000">
                <a:tc>
                  <a:txBody>
                    <a:bodyPr/>
                    <a:lstStyle/>
                    <a:p>
                      <a:pPr marL="71755" marR="71755" algn="ctr">
                        <a:lnSpc>
                          <a:spcPct val="107000"/>
                        </a:lnSpc>
                        <a:spcBef>
                          <a:spcPts val="300"/>
                        </a:spcBef>
                        <a:spcAft>
                          <a:spcPts val="300"/>
                        </a:spcAft>
                      </a:pPr>
                      <a:r>
                        <a:rPr lang="fr-FR" sz="1200" b="1" dirty="0">
                          <a:solidFill>
                            <a:schemeClr val="bg1"/>
                          </a:solidFill>
                          <a:effectLst/>
                        </a:rPr>
                        <a:t>Date</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a:solidFill>
                            <a:schemeClr val="bg1"/>
                          </a:solidFill>
                          <a:effectLst/>
                        </a:rPr>
                        <a:t>Issue</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l">
                        <a:lnSpc>
                          <a:spcPct val="107000"/>
                        </a:lnSpc>
                        <a:spcBef>
                          <a:spcPts val="300"/>
                        </a:spcBef>
                        <a:spcAft>
                          <a:spcPts val="300"/>
                        </a:spcAft>
                      </a:pPr>
                      <a:r>
                        <a:rPr lang="fr-FR" sz="1200" b="1" dirty="0">
                          <a:solidFill>
                            <a:schemeClr val="bg1"/>
                          </a:solidFill>
                          <a:effectLst/>
                        </a:rPr>
                        <a:t>Modifications</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err="1">
                          <a:solidFill>
                            <a:schemeClr val="bg1"/>
                          </a:solidFill>
                          <a:effectLst/>
                        </a:rPr>
                        <a:t>Writter</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err="1">
                          <a:solidFill>
                            <a:schemeClr val="bg1"/>
                          </a:solidFill>
                          <a:effectLst/>
                        </a:rPr>
                        <a:t>Approver</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450000">
                <a:tc>
                  <a:txBody>
                    <a:bodyPr/>
                    <a:lstStyle/>
                    <a:p>
                      <a:pPr algn="ctr">
                        <a:lnSpc>
                          <a:spcPts val="11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ts val="11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450000">
                <a:tc>
                  <a:txBody>
                    <a:bodyPr/>
                    <a:lstStyle/>
                    <a:p>
                      <a:pPr algn="ctr">
                        <a:lnSpc>
                          <a:spcPts val="11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450000">
                <a:tc>
                  <a:txBody>
                    <a:bodyPr/>
                    <a:lstStyle/>
                    <a:p>
                      <a:pPr algn="ctr">
                        <a:lnSpc>
                          <a:spcPts val="11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Espace réservé du texte 18">
            <a:extLst>
              <a:ext uri="{FF2B5EF4-FFF2-40B4-BE49-F238E27FC236}">
                <a16:creationId xmlns:a16="http://schemas.microsoft.com/office/drawing/2014/main" id="{5EB9964F-DC50-43C7-8D6D-D731B92D7C3C}"/>
              </a:ext>
            </a:extLst>
          </p:cNvPr>
          <p:cNvSpPr>
            <a:spLocks noGrp="1"/>
          </p:cNvSpPr>
          <p:nvPr>
            <p:ph type="body" sz="quarter" idx="31" hasCustomPrompt="1"/>
          </p:nvPr>
        </p:nvSpPr>
        <p:spPr>
          <a:xfrm>
            <a:off x="2079540" y="991516"/>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21" name="Espace réservé du texte 18">
            <a:extLst>
              <a:ext uri="{FF2B5EF4-FFF2-40B4-BE49-F238E27FC236}">
                <a16:creationId xmlns:a16="http://schemas.microsoft.com/office/drawing/2014/main" id="{BFF20D4D-A59D-414F-BA66-A59328FF7077}"/>
              </a:ext>
            </a:extLst>
          </p:cNvPr>
          <p:cNvSpPr>
            <a:spLocks noGrp="1"/>
          </p:cNvSpPr>
          <p:nvPr>
            <p:ph type="body" sz="quarter" idx="32" hasCustomPrompt="1"/>
          </p:nvPr>
        </p:nvSpPr>
        <p:spPr>
          <a:xfrm>
            <a:off x="2079540" y="1438141"/>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22" name="Espace réservé du texte 18">
            <a:extLst>
              <a:ext uri="{FF2B5EF4-FFF2-40B4-BE49-F238E27FC236}">
                <a16:creationId xmlns:a16="http://schemas.microsoft.com/office/drawing/2014/main" id="{6582C7A8-1722-4760-8BBE-F484F286FF1B}"/>
              </a:ext>
            </a:extLst>
          </p:cNvPr>
          <p:cNvSpPr>
            <a:spLocks noGrp="1"/>
          </p:cNvSpPr>
          <p:nvPr>
            <p:ph type="body" sz="quarter" idx="33" hasCustomPrompt="1"/>
          </p:nvPr>
        </p:nvSpPr>
        <p:spPr>
          <a:xfrm>
            <a:off x="2079540" y="1887298"/>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23" name="Espace réservé du texte 18">
            <a:extLst>
              <a:ext uri="{FF2B5EF4-FFF2-40B4-BE49-F238E27FC236}">
                <a16:creationId xmlns:a16="http://schemas.microsoft.com/office/drawing/2014/main" id="{7DAD1406-22F0-486E-BB45-F76C26686E14}"/>
              </a:ext>
            </a:extLst>
          </p:cNvPr>
          <p:cNvSpPr>
            <a:spLocks noGrp="1"/>
          </p:cNvSpPr>
          <p:nvPr>
            <p:ph type="body" sz="quarter" idx="34" hasCustomPrompt="1"/>
          </p:nvPr>
        </p:nvSpPr>
        <p:spPr>
          <a:xfrm>
            <a:off x="8086490" y="991516"/>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4" name="Espace réservé du texte 18">
            <a:extLst>
              <a:ext uri="{FF2B5EF4-FFF2-40B4-BE49-F238E27FC236}">
                <a16:creationId xmlns:a16="http://schemas.microsoft.com/office/drawing/2014/main" id="{2E999A06-DAC5-4684-B949-607457D3B1AC}"/>
              </a:ext>
            </a:extLst>
          </p:cNvPr>
          <p:cNvSpPr>
            <a:spLocks noGrp="1"/>
          </p:cNvSpPr>
          <p:nvPr>
            <p:ph type="body" sz="quarter" idx="35" hasCustomPrompt="1"/>
          </p:nvPr>
        </p:nvSpPr>
        <p:spPr>
          <a:xfrm>
            <a:off x="8086490" y="1438141"/>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5" name="Espace réservé du texte 18">
            <a:extLst>
              <a:ext uri="{FF2B5EF4-FFF2-40B4-BE49-F238E27FC236}">
                <a16:creationId xmlns:a16="http://schemas.microsoft.com/office/drawing/2014/main" id="{6D614338-012B-4755-BD32-7D556D198F8B}"/>
              </a:ext>
            </a:extLst>
          </p:cNvPr>
          <p:cNvSpPr>
            <a:spLocks noGrp="1"/>
          </p:cNvSpPr>
          <p:nvPr>
            <p:ph type="body" sz="quarter" idx="36" hasCustomPrompt="1"/>
          </p:nvPr>
        </p:nvSpPr>
        <p:spPr>
          <a:xfrm>
            <a:off x="8086490" y="1887298"/>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6" name="Espace réservé du texte 18">
            <a:extLst>
              <a:ext uri="{FF2B5EF4-FFF2-40B4-BE49-F238E27FC236}">
                <a16:creationId xmlns:a16="http://schemas.microsoft.com/office/drawing/2014/main" id="{C1B814B6-3205-4E58-9085-0422FE389C22}"/>
              </a:ext>
            </a:extLst>
          </p:cNvPr>
          <p:cNvSpPr>
            <a:spLocks noGrp="1"/>
          </p:cNvSpPr>
          <p:nvPr>
            <p:ph type="body" sz="quarter" idx="37" hasCustomPrompt="1"/>
          </p:nvPr>
        </p:nvSpPr>
        <p:spPr>
          <a:xfrm>
            <a:off x="9488240" y="991516"/>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7" name="Espace réservé du texte 18">
            <a:extLst>
              <a:ext uri="{FF2B5EF4-FFF2-40B4-BE49-F238E27FC236}">
                <a16:creationId xmlns:a16="http://schemas.microsoft.com/office/drawing/2014/main" id="{2B7B19B5-8FB8-4142-BC8F-746DC5B28F4A}"/>
              </a:ext>
            </a:extLst>
          </p:cNvPr>
          <p:cNvSpPr>
            <a:spLocks noGrp="1"/>
          </p:cNvSpPr>
          <p:nvPr>
            <p:ph type="body" sz="quarter" idx="38" hasCustomPrompt="1"/>
          </p:nvPr>
        </p:nvSpPr>
        <p:spPr>
          <a:xfrm>
            <a:off x="9488240" y="1438141"/>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8" name="Espace réservé du texte 18">
            <a:extLst>
              <a:ext uri="{FF2B5EF4-FFF2-40B4-BE49-F238E27FC236}">
                <a16:creationId xmlns:a16="http://schemas.microsoft.com/office/drawing/2014/main" id="{077B0D6F-4DE1-4E47-A41D-15B36B363AE3}"/>
              </a:ext>
            </a:extLst>
          </p:cNvPr>
          <p:cNvSpPr>
            <a:spLocks noGrp="1"/>
          </p:cNvSpPr>
          <p:nvPr>
            <p:ph type="body" sz="quarter" idx="39" hasCustomPrompt="1"/>
          </p:nvPr>
        </p:nvSpPr>
        <p:spPr>
          <a:xfrm>
            <a:off x="9488240" y="1887298"/>
            <a:ext cx="120976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29" name="Espace réservé du texte 18">
            <a:extLst>
              <a:ext uri="{FF2B5EF4-FFF2-40B4-BE49-F238E27FC236}">
                <a16:creationId xmlns:a16="http://schemas.microsoft.com/office/drawing/2014/main" id="{B9C19EE6-21D5-4297-A7A0-ADB78F594258}"/>
              </a:ext>
            </a:extLst>
          </p:cNvPr>
          <p:cNvSpPr>
            <a:spLocks noGrp="1"/>
          </p:cNvSpPr>
          <p:nvPr>
            <p:ph type="body" sz="quarter" idx="40" hasCustomPrompt="1"/>
          </p:nvPr>
        </p:nvSpPr>
        <p:spPr>
          <a:xfrm>
            <a:off x="3289300" y="991516"/>
            <a:ext cx="64770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30" name="Espace réservé du texte 18">
            <a:extLst>
              <a:ext uri="{FF2B5EF4-FFF2-40B4-BE49-F238E27FC236}">
                <a16:creationId xmlns:a16="http://schemas.microsoft.com/office/drawing/2014/main" id="{0C766DCA-7B58-4437-8716-1A6359C965AD}"/>
              </a:ext>
            </a:extLst>
          </p:cNvPr>
          <p:cNvSpPr>
            <a:spLocks noGrp="1"/>
          </p:cNvSpPr>
          <p:nvPr>
            <p:ph type="body" sz="quarter" idx="41" hasCustomPrompt="1"/>
          </p:nvPr>
        </p:nvSpPr>
        <p:spPr>
          <a:xfrm>
            <a:off x="3289300" y="1438141"/>
            <a:ext cx="64770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31" name="Espace réservé du texte 18">
            <a:extLst>
              <a:ext uri="{FF2B5EF4-FFF2-40B4-BE49-F238E27FC236}">
                <a16:creationId xmlns:a16="http://schemas.microsoft.com/office/drawing/2014/main" id="{E559A711-27B1-4BCB-9DD6-84A3F1E4DEC1}"/>
              </a:ext>
            </a:extLst>
          </p:cNvPr>
          <p:cNvSpPr>
            <a:spLocks noGrp="1"/>
          </p:cNvSpPr>
          <p:nvPr>
            <p:ph type="body" sz="quarter" idx="42" hasCustomPrompt="1"/>
          </p:nvPr>
        </p:nvSpPr>
        <p:spPr>
          <a:xfrm>
            <a:off x="3289300" y="1887298"/>
            <a:ext cx="647700" cy="432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32" name="Espace réservé du texte 18">
            <a:extLst>
              <a:ext uri="{FF2B5EF4-FFF2-40B4-BE49-F238E27FC236}">
                <a16:creationId xmlns:a16="http://schemas.microsoft.com/office/drawing/2014/main" id="{5525D109-AF88-413D-A32B-E45D9AE42166}"/>
              </a:ext>
            </a:extLst>
          </p:cNvPr>
          <p:cNvSpPr>
            <a:spLocks noGrp="1"/>
          </p:cNvSpPr>
          <p:nvPr>
            <p:ph type="body" sz="quarter" idx="43" hasCustomPrompt="1"/>
          </p:nvPr>
        </p:nvSpPr>
        <p:spPr>
          <a:xfrm>
            <a:off x="4030860" y="991516"/>
            <a:ext cx="3863640" cy="43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sp>
        <p:nvSpPr>
          <p:cNvPr id="33" name="Espace réservé du texte 18">
            <a:extLst>
              <a:ext uri="{FF2B5EF4-FFF2-40B4-BE49-F238E27FC236}">
                <a16:creationId xmlns:a16="http://schemas.microsoft.com/office/drawing/2014/main" id="{2B0538D4-CE8B-4EA3-9481-D6D9CF0E337B}"/>
              </a:ext>
            </a:extLst>
          </p:cNvPr>
          <p:cNvSpPr>
            <a:spLocks noGrp="1"/>
          </p:cNvSpPr>
          <p:nvPr>
            <p:ph type="body" sz="quarter" idx="44" hasCustomPrompt="1"/>
          </p:nvPr>
        </p:nvSpPr>
        <p:spPr>
          <a:xfrm>
            <a:off x="4030860" y="1438141"/>
            <a:ext cx="3863640" cy="43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sp>
        <p:nvSpPr>
          <p:cNvPr id="34" name="Espace réservé du texte 18">
            <a:extLst>
              <a:ext uri="{FF2B5EF4-FFF2-40B4-BE49-F238E27FC236}">
                <a16:creationId xmlns:a16="http://schemas.microsoft.com/office/drawing/2014/main" id="{74A33427-636F-4A5B-856E-F2294834F5B6}"/>
              </a:ext>
            </a:extLst>
          </p:cNvPr>
          <p:cNvSpPr>
            <a:spLocks noGrp="1"/>
          </p:cNvSpPr>
          <p:nvPr>
            <p:ph type="body" sz="quarter" idx="45" hasCustomPrompt="1"/>
          </p:nvPr>
        </p:nvSpPr>
        <p:spPr>
          <a:xfrm>
            <a:off x="4030860" y="1887298"/>
            <a:ext cx="3863640" cy="43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sp>
        <p:nvSpPr>
          <p:cNvPr id="35" name="Espace réservé du texte 18">
            <a:extLst>
              <a:ext uri="{FF2B5EF4-FFF2-40B4-BE49-F238E27FC236}">
                <a16:creationId xmlns:a16="http://schemas.microsoft.com/office/drawing/2014/main" id="{A6095531-338D-471B-A896-747E956ECEED}"/>
              </a:ext>
            </a:extLst>
          </p:cNvPr>
          <p:cNvSpPr>
            <a:spLocks noGrp="1"/>
          </p:cNvSpPr>
          <p:nvPr>
            <p:ph type="body" sz="quarter" idx="10" hasCustomPrompt="1"/>
          </p:nvPr>
        </p:nvSpPr>
        <p:spPr>
          <a:xfrm>
            <a:off x="2775774" y="3255975"/>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36" name="Espace réservé du texte 18">
            <a:extLst>
              <a:ext uri="{FF2B5EF4-FFF2-40B4-BE49-F238E27FC236}">
                <a16:creationId xmlns:a16="http://schemas.microsoft.com/office/drawing/2014/main" id="{496B5BB9-0AA3-4D0B-96F3-B08DC6B0203D}"/>
              </a:ext>
            </a:extLst>
          </p:cNvPr>
          <p:cNvSpPr>
            <a:spLocks noGrp="1"/>
          </p:cNvSpPr>
          <p:nvPr>
            <p:ph type="body" sz="quarter" idx="23" hasCustomPrompt="1"/>
          </p:nvPr>
        </p:nvSpPr>
        <p:spPr>
          <a:xfrm>
            <a:off x="2775524" y="3539828"/>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37" name="Espace réservé du texte 18">
            <a:extLst>
              <a:ext uri="{FF2B5EF4-FFF2-40B4-BE49-F238E27FC236}">
                <a16:creationId xmlns:a16="http://schemas.microsoft.com/office/drawing/2014/main" id="{D92A6C02-C06A-49C0-B405-22F11CD3B28E}"/>
              </a:ext>
            </a:extLst>
          </p:cNvPr>
          <p:cNvSpPr>
            <a:spLocks noGrp="1"/>
          </p:cNvSpPr>
          <p:nvPr>
            <p:ph type="body" sz="quarter" idx="24" hasCustomPrompt="1"/>
          </p:nvPr>
        </p:nvSpPr>
        <p:spPr>
          <a:xfrm>
            <a:off x="2775524" y="3823681"/>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38" name="ZoneTexte 37">
            <a:extLst>
              <a:ext uri="{FF2B5EF4-FFF2-40B4-BE49-F238E27FC236}">
                <a16:creationId xmlns:a16="http://schemas.microsoft.com/office/drawing/2014/main" id="{BFC79F77-C227-4513-88B7-7E0E9A7EDC69}"/>
              </a:ext>
            </a:extLst>
          </p:cNvPr>
          <p:cNvSpPr txBox="1"/>
          <p:nvPr userDrawn="1"/>
        </p:nvSpPr>
        <p:spPr>
          <a:xfrm>
            <a:off x="2055524" y="3258474"/>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39" name="ZoneTexte 38">
            <a:extLst>
              <a:ext uri="{FF2B5EF4-FFF2-40B4-BE49-F238E27FC236}">
                <a16:creationId xmlns:a16="http://schemas.microsoft.com/office/drawing/2014/main" id="{CFB8D8F1-AF36-4998-9A74-4DDAA18A47A7}"/>
              </a:ext>
            </a:extLst>
          </p:cNvPr>
          <p:cNvSpPr txBox="1"/>
          <p:nvPr userDrawn="1"/>
        </p:nvSpPr>
        <p:spPr>
          <a:xfrm>
            <a:off x="2055524" y="353982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40" name="ZoneTexte 39">
            <a:extLst>
              <a:ext uri="{FF2B5EF4-FFF2-40B4-BE49-F238E27FC236}">
                <a16:creationId xmlns:a16="http://schemas.microsoft.com/office/drawing/2014/main" id="{C3F45C82-C3DD-4927-A7EF-9D515E2D3DB6}"/>
              </a:ext>
            </a:extLst>
          </p:cNvPr>
          <p:cNvSpPr txBox="1"/>
          <p:nvPr userDrawn="1"/>
        </p:nvSpPr>
        <p:spPr>
          <a:xfrm>
            <a:off x="2055524" y="3826057"/>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41" name="ZoneTexte 40">
            <a:extLst>
              <a:ext uri="{FF2B5EF4-FFF2-40B4-BE49-F238E27FC236}">
                <a16:creationId xmlns:a16="http://schemas.microsoft.com/office/drawing/2014/main" id="{8AC278A5-C548-44FD-805B-01F74D19F1BE}"/>
              </a:ext>
            </a:extLst>
          </p:cNvPr>
          <p:cNvSpPr txBox="1"/>
          <p:nvPr userDrawn="1"/>
        </p:nvSpPr>
        <p:spPr>
          <a:xfrm>
            <a:off x="2775524" y="2981086"/>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rgbClr val="2D3637"/>
                </a:solidFill>
                <a:latin typeface="+mn-lt"/>
                <a:ea typeface="Open Sans Condensed" panose="020B0806030504020204" pitchFamily="34" charset="0"/>
                <a:cs typeface="Open Sans Condensed" panose="020B0806030504020204" pitchFamily="34" charset="0"/>
              </a:rPr>
              <a:t>Commercial</a:t>
            </a:r>
          </a:p>
        </p:txBody>
      </p:sp>
      <p:sp>
        <p:nvSpPr>
          <p:cNvPr id="42" name="Espace réservé du texte 18">
            <a:extLst>
              <a:ext uri="{FF2B5EF4-FFF2-40B4-BE49-F238E27FC236}">
                <a16:creationId xmlns:a16="http://schemas.microsoft.com/office/drawing/2014/main" id="{5C2B3F97-0407-4C6A-AF66-AAAC324E6D90}"/>
              </a:ext>
            </a:extLst>
          </p:cNvPr>
          <p:cNvSpPr>
            <a:spLocks noGrp="1"/>
          </p:cNvSpPr>
          <p:nvPr>
            <p:ph type="body" sz="quarter" idx="25" hasCustomPrompt="1"/>
          </p:nvPr>
        </p:nvSpPr>
        <p:spPr>
          <a:xfrm>
            <a:off x="5653744" y="3255975"/>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43" name="Espace réservé du texte 18">
            <a:extLst>
              <a:ext uri="{FF2B5EF4-FFF2-40B4-BE49-F238E27FC236}">
                <a16:creationId xmlns:a16="http://schemas.microsoft.com/office/drawing/2014/main" id="{74E85A5D-2002-46FC-B157-DF6C591F9517}"/>
              </a:ext>
            </a:extLst>
          </p:cNvPr>
          <p:cNvSpPr>
            <a:spLocks noGrp="1"/>
          </p:cNvSpPr>
          <p:nvPr>
            <p:ph type="body" sz="quarter" idx="26" hasCustomPrompt="1"/>
          </p:nvPr>
        </p:nvSpPr>
        <p:spPr>
          <a:xfrm>
            <a:off x="5653494" y="3539828"/>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44" name="Espace réservé du texte 18">
            <a:extLst>
              <a:ext uri="{FF2B5EF4-FFF2-40B4-BE49-F238E27FC236}">
                <a16:creationId xmlns:a16="http://schemas.microsoft.com/office/drawing/2014/main" id="{0CC78825-5F55-4E1E-B445-759901B4E1EB}"/>
              </a:ext>
            </a:extLst>
          </p:cNvPr>
          <p:cNvSpPr>
            <a:spLocks noGrp="1"/>
          </p:cNvSpPr>
          <p:nvPr>
            <p:ph type="body" sz="quarter" idx="27" hasCustomPrompt="1"/>
          </p:nvPr>
        </p:nvSpPr>
        <p:spPr>
          <a:xfrm>
            <a:off x="5653494" y="3823681"/>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45" name="ZoneTexte 44">
            <a:extLst>
              <a:ext uri="{FF2B5EF4-FFF2-40B4-BE49-F238E27FC236}">
                <a16:creationId xmlns:a16="http://schemas.microsoft.com/office/drawing/2014/main" id="{DF0B4062-E3AA-4C5C-8F74-B7ED741FAFCE}"/>
              </a:ext>
            </a:extLst>
          </p:cNvPr>
          <p:cNvSpPr txBox="1"/>
          <p:nvPr userDrawn="1"/>
        </p:nvSpPr>
        <p:spPr>
          <a:xfrm>
            <a:off x="4933494" y="3258474"/>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46" name="ZoneTexte 45">
            <a:extLst>
              <a:ext uri="{FF2B5EF4-FFF2-40B4-BE49-F238E27FC236}">
                <a16:creationId xmlns:a16="http://schemas.microsoft.com/office/drawing/2014/main" id="{42762B09-11E9-4318-BC60-5AF1E79ECCB5}"/>
              </a:ext>
            </a:extLst>
          </p:cNvPr>
          <p:cNvSpPr txBox="1"/>
          <p:nvPr userDrawn="1"/>
        </p:nvSpPr>
        <p:spPr>
          <a:xfrm>
            <a:off x="4933494" y="353982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47" name="ZoneTexte 46">
            <a:extLst>
              <a:ext uri="{FF2B5EF4-FFF2-40B4-BE49-F238E27FC236}">
                <a16:creationId xmlns:a16="http://schemas.microsoft.com/office/drawing/2014/main" id="{C479980B-2F04-4968-9C35-2270F83D4F2A}"/>
              </a:ext>
            </a:extLst>
          </p:cNvPr>
          <p:cNvSpPr txBox="1"/>
          <p:nvPr userDrawn="1"/>
        </p:nvSpPr>
        <p:spPr>
          <a:xfrm>
            <a:off x="4933494" y="3826057"/>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48" name="ZoneTexte 47">
            <a:extLst>
              <a:ext uri="{FF2B5EF4-FFF2-40B4-BE49-F238E27FC236}">
                <a16:creationId xmlns:a16="http://schemas.microsoft.com/office/drawing/2014/main" id="{48F7E658-32B9-41E3-9157-C70BF48C4641}"/>
              </a:ext>
            </a:extLst>
          </p:cNvPr>
          <p:cNvSpPr txBox="1"/>
          <p:nvPr userDrawn="1"/>
        </p:nvSpPr>
        <p:spPr>
          <a:xfrm>
            <a:off x="5653494" y="2981086"/>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rgbClr val="2D3637"/>
                </a:solidFill>
                <a:latin typeface="+mn-lt"/>
                <a:ea typeface="Open Sans Condensed" panose="020B0806030504020204" pitchFamily="34" charset="0"/>
                <a:cs typeface="Open Sans Condensed" panose="020B0806030504020204" pitchFamily="34" charset="0"/>
              </a:rPr>
              <a:t>Technical</a:t>
            </a:r>
          </a:p>
        </p:txBody>
      </p:sp>
      <p:sp>
        <p:nvSpPr>
          <p:cNvPr id="49" name="Espace réservé du texte 18">
            <a:extLst>
              <a:ext uri="{FF2B5EF4-FFF2-40B4-BE49-F238E27FC236}">
                <a16:creationId xmlns:a16="http://schemas.microsoft.com/office/drawing/2014/main" id="{0CC8CF85-99AA-4C50-98D7-9C924024A071}"/>
              </a:ext>
            </a:extLst>
          </p:cNvPr>
          <p:cNvSpPr>
            <a:spLocks noGrp="1"/>
          </p:cNvSpPr>
          <p:nvPr>
            <p:ph type="body" sz="quarter" idx="28" hasCustomPrompt="1"/>
          </p:nvPr>
        </p:nvSpPr>
        <p:spPr>
          <a:xfrm>
            <a:off x="8531714" y="3255975"/>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50" name="Espace réservé du texte 18">
            <a:extLst>
              <a:ext uri="{FF2B5EF4-FFF2-40B4-BE49-F238E27FC236}">
                <a16:creationId xmlns:a16="http://schemas.microsoft.com/office/drawing/2014/main" id="{5EAAEEE5-3283-4796-AE0A-70189ECF20EA}"/>
              </a:ext>
            </a:extLst>
          </p:cNvPr>
          <p:cNvSpPr>
            <a:spLocks noGrp="1"/>
          </p:cNvSpPr>
          <p:nvPr>
            <p:ph type="body" sz="quarter" idx="29" hasCustomPrompt="1"/>
          </p:nvPr>
        </p:nvSpPr>
        <p:spPr>
          <a:xfrm>
            <a:off x="8531464" y="3539828"/>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51" name="Espace réservé du texte 18">
            <a:extLst>
              <a:ext uri="{FF2B5EF4-FFF2-40B4-BE49-F238E27FC236}">
                <a16:creationId xmlns:a16="http://schemas.microsoft.com/office/drawing/2014/main" id="{2D51BD43-8B74-44A2-B218-FF3F2B64B9F2}"/>
              </a:ext>
            </a:extLst>
          </p:cNvPr>
          <p:cNvSpPr>
            <a:spLocks noGrp="1"/>
          </p:cNvSpPr>
          <p:nvPr>
            <p:ph type="body" sz="quarter" idx="30" hasCustomPrompt="1"/>
          </p:nvPr>
        </p:nvSpPr>
        <p:spPr>
          <a:xfrm>
            <a:off x="8531464" y="3823681"/>
            <a:ext cx="2160000" cy="252000"/>
          </a:xfrm>
          <a:prstGeom prst="rect">
            <a:avLst/>
          </a:prstGeom>
        </p:spPr>
        <p:txBody>
          <a:bodyPr anchor="ctr">
            <a:normAutofit/>
          </a:bodyPr>
          <a:lstStyle>
            <a:lvl1pPr marL="0" indent="0" algn="l">
              <a:lnSpc>
                <a:spcPct val="100000"/>
              </a:lnSpc>
              <a:spcBef>
                <a:spcPts val="0"/>
              </a:spcBef>
              <a:buNone/>
              <a:defRPr sz="1100" baseline="0">
                <a:solidFill>
                  <a:srgbClr val="2D3637"/>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52" name="ZoneTexte 51">
            <a:extLst>
              <a:ext uri="{FF2B5EF4-FFF2-40B4-BE49-F238E27FC236}">
                <a16:creationId xmlns:a16="http://schemas.microsoft.com/office/drawing/2014/main" id="{2EABAB59-D894-495B-B837-178B99DB4CB4}"/>
              </a:ext>
            </a:extLst>
          </p:cNvPr>
          <p:cNvSpPr txBox="1"/>
          <p:nvPr userDrawn="1"/>
        </p:nvSpPr>
        <p:spPr>
          <a:xfrm>
            <a:off x="7811464" y="3258474"/>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53" name="ZoneTexte 52">
            <a:extLst>
              <a:ext uri="{FF2B5EF4-FFF2-40B4-BE49-F238E27FC236}">
                <a16:creationId xmlns:a16="http://schemas.microsoft.com/office/drawing/2014/main" id="{E11C8482-A480-4E32-A4C6-96B8A2E00324}"/>
              </a:ext>
            </a:extLst>
          </p:cNvPr>
          <p:cNvSpPr txBox="1"/>
          <p:nvPr userDrawn="1"/>
        </p:nvSpPr>
        <p:spPr>
          <a:xfrm>
            <a:off x="7811464" y="353982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55" name="ZoneTexte 54">
            <a:extLst>
              <a:ext uri="{FF2B5EF4-FFF2-40B4-BE49-F238E27FC236}">
                <a16:creationId xmlns:a16="http://schemas.microsoft.com/office/drawing/2014/main" id="{93EB045B-5222-46A1-AECD-10F2FDE6FCF5}"/>
              </a:ext>
            </a:extLst>
          </p:cNvPr>
          <p:cNvSpPr txBox="1"/>
          <p:nvPr userDrawn="1"/>
        </p:nvSpPr>
        <p:spPr>
          <a:xfrm>
            <a:off x="7811464" y="3826057"/>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65" name="ZoneTexte 64">
            <a:extLst>
              <a:ext uri="{FF2B5EF4-FFF2-40B4-BE49-F238E27FC236}">
                <a16:creationId xmlns:a16="http://schemas.microsoft.com/office/drawing/2014/main" id="{948B3049-4861-4FF8-9BFE-457FB44A6081}"/>
              </a:ext>
            </a:extLst>
          </p:cNvPr>
          <p:cNvSpPr txBox="1"/>
          <p:nvPr userDrawn="1"/>
        </p:nvSpPr>
        <p:spPr>
          <a:xfrm>
            <a:off x="8531464" y="2981086"/>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rgbClr val="2D3637"/>
                </a:solidFill>
                <a:latin typeface="+mn-lt"/>
                <a:ea typeface="Open Sans Condensed" panose="020B0806030504020204" pitchFamily="34" charset="0"/>
                <a:cs typeface="Open Sans Condensed" panose="020B0806030504020204" pitchFamily="34" charset="0"/>
              </a:rPr>
              <a:t>Administrative</a:t>
            </a:r>
          </a:p>
        </p:txBody>
      </p:sp>
      <p:sp>
        <p:nvSpPr>
          <p:cNvPr id="67" name="ZoneTexte 66">
            <a:extLst>
              <a:ext uri="{FF2B5EF4-FFF2-40B4-BE49-F238E27FC236}">
                <a16:creationId xmlns:a16="http://schemas.microsoft.com/office/drawing/2014/main" id="{E8BCE6E4-97DB-4FDA-AF7B-BC27C03F106A}"/>
              </a:ext>
            </a:extLst>
          </p:cNvPr>
          <p:cNvSpPr txBox="1"/>
          <p:nvPr userDrawn="1"/>
        </p:nvSpPr>
        <p:spPr>
          <a:xfrm rot="16200000">
            <a:off x="248633" y="2713361"/>
            <a:ext cx="2157170" cy="646331"/>
          </a:xfrm>
          <a:prstGeom prst="rect">
            <a:avLst/>
          </a:prstGeom>
          <a:noFill/>
        </p:spPr>
        <p:txBody>
          <a:bodyPr wrap="square" rtlCol="0">
            <a:spAutoFit/>
          </a:bodyPr>
          <a:lstStyle/>
          <a:p>
            <a:pPr algn="l" defTabSz="914400" rtl="0" eaLnBrk="1" latinLnBrk="0" hangingPunct="1">
              <a:lnSpc>
                <a:spcPct val="90000"/>
              </a:lnSpc>
              <a:spcBef>
                <a:spcPct val="0"/>
              </a:spcBef>
              <a:buNone/>
            </a:pPr>
            <a:r>
              <a:rPr lang="fr-FR" sz="2000" kern="1200" cap="all" spc="500" baseline="0" dirty="0" err="1">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rPr>
              <a:t>Alphee</a:t>
            </a:r>
            <a:br>
              <a:rPr lang="fr-FR" sz="2000" kern="1200" cap="all" spc="500" baseline="0" dirty="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rPr>
            </a:br>
            <a:r>
              <a:rPr lang="fr-FR" sz="2000" kern="1200" cap="all" spc="500" baseline="0" dirty="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rPr>
              <a:t>contact</a:t>
            </a:r>
          </a:p>
        </p:txBody>
      </p:sp>
    </p:spTree>
    <p:extLst>
      <p:ext uri="{BB962C8B-B14F-4D97-AF65-F5344CB8AC3E}">
        <p14:creationId xmlns:p14="http://schemas.microsoft.com/office/powerpoint/2010/main" val="2722389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3 Parties | TECHNIQUE">
    <p:spTree>
      <p:nvGrpSpPr>
        <p:cNvPr id="1" name=""/>
        <p:cNvGrpSpPr/>
        <p:nvPr/>
      </p:nvGrpSpPr>
      <p:grpSpPr>
        <a:xfrm>
          <a:off x="0" y="0"/>
          <a:ext cx="0" cy="0"/>
          <a:chOff x="0" y="0"/>
          <a:chExt cx="0" cy="0"/>
        </a:xfrm>
      </p:grpSpPr>
      <p:pic>
        <p:nvPicPr>
          <p:cNvPr id="18" name="Image 17"/>
          <p:cNvPicPr>
            <a:picLocks noChangeAspect="1"/>
          </p:cNvPicPr>
          <p:nvPr userDrawn="1"/>
        </p:nvPicPr>
        <p:blipFill rotWithShape="1">
          <a:blip r:embed="rId2">
            <a:extLst>
              <a:ext uri="{28A0092B-C50C-407E-A947-70E740481C1C}">
                <a14:useLocalDpi xmlns:a14="http://schemas.microsoft.com/office/drawing/2010/main" val="0"/>
              </a:ext>
            </a:extLst>
          </a:blip>
          <a:srcRect l="1" t="14703" r="67" b="29837"/>
          <a:stretch/>
        </p:blipFill>
        <p:spPr>
          <a:xfrm flipH="1">
            <a:off x="0" y="0"/>
            <a:ext cx="12192000" cy="4495800"/>
          </a:xfrm>
          <a:prstGeom prst="rect">
            <a:avLst/>
          </a:prstGeom>
        </p:spPr>
      </p:pic>
      <p:cxnSp>
        <p:nvCxnSpPr>
          <p:cNvPr id="8" name="Connecteur droit 7"/>
          <p:cNvCxnSpPr/>
          <p:nvPr userDrawn="1"/>
        </p:nvCxnSpPr>
        <p:spPr>
          <a:xfrm>
            <a:off x="1146000" y="5269470"/>
            <a:ext cx="9900000" cy="0"/>
          </a:xfrm>
          <a:prstGeom prst="line">
            <a:avLst/>
          </a:prstGeom>
          <a:ln>
            <a:solidFill>
              <a:srgbClr val="2D3637"/>
            </a:solidFill>
          </a:ln>
        </p:spPr>
        <p:style>
          <a:lnRef idx="1">
            <a:schemeClr val="accent1"/>
          </a:lnRef>
          <a:fillRef idx="0">
            <a:schemeClr val="accent1"/>
          </a:fillRef>
          <a:effectRef idx="0">
            <a:schemeClr val="accent1"/>
          </a:effectRef>
          <a:fontRef idx="minor">
            <a:schemeClr val="tx1"/>
          </a:fontRef>
        </p:style>
      </p:cxnSp>
      <p:sp>
        <p:nvSpPr>
          <p:cNvPr id="9" name="Ellipse 8"/>
          <p:cNvSpPr/>
          <p:nvPr userDrawn="1"/>
        </p:nvSpPr>
        <p:spPr>
          <a:xfrm>
            <a:off x="2247750" y="4943699"/>
            <a:ext cx="648000" cy="647700"/>
          </a:xfrm>
          <a:prstGeom prst="ellipse">
            <a:avLst/>
          </a:prstGeom>
          <a:solidFill>
            <a:srgbClr val="A0B80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10" name="Ellipse 9"/>
          <p:cNvSpPr/>
          <p:nvPr userDrawn="1"/>
        </p:nvSpPr>
        <p:spPr>
          <a:xfrm>
            <a:off x="5772000" y="4943699"/>
            <a:ext cx="648000" cy="647700"/>
          </a:xfrm>
          <a:prstGeom prst="ellipse">
            <a:avLst/>
          </a:prstGeom>
          <a:solidFill>
            <a:srgbClr val="FE37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11" name="Ellipse 10"/>
          <p:cNvSpPr/>
          <p:nvPr userDrawn="1"/>
        </p:nvSpPr>
        <p:spPr>
          <a:xfrm>
            <a:off x="9296250" y="4943699"/>
            <a:ext cx="648000" cy="6477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54" name="ZoneTexte 53"/>
          <p:cNvSpPr txBox="1"/>
          <p:nvPr userDrawn="1"/>
        </p:nvSpPr>
        <p:spPr>
          <a:xfrm rot="16200000">
            <a:off x="-472532" y="1940936"/>
            <a:ext cx="3600000" cy="590931"/>
          </a:xfrm>
          <a:prstGeom prst="rect">
            <a:avLst/>
          </a:prstGeom>
          <a:noFill/>
        </p:spPr>
        <p:txBody>
          <a:bodyPr wrap="square" rtlCol="0">
            <a:spAutoFit/>
          </a:bodyPr>
          <a:lstStyle/>
          <a:p>
            <a:pPr algn="r" defTabSz="914400" rtl="0" eaLnBrk="1" latinLnBrk="0" hangingPunct="1">
              <a:lnSpc>
                <a:spcPct val="90000"/>
              </a:lnSpc>
              <a:spcBef>
                <a:spcPct val="0"/>
              </a:spcBef>
              <a:buNone/>
            </a:pPr>
            <a:r>
              <a:rPr lang="fr-FR" sz="3600" kern="1200" cap="all" spc="62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summary</a:t>
            </a:r>
            <a:endPar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sp>
        <p:nvSpPr>
          <p:cNvPr id="56" name="Espace réservé du texte 20"/>
          <p:cNvSpPr>
            <a:spLocks noGrp="1"/>
          </p:cNvSpPr>
          <p:nvPr>
            <p:ph type="body" sz="quarter" idx="20" hasCustomPrompt="1"/>
          </p:nvPr>
        </p:nvSpPr>
        <p:spPr>
          <a:xfrm>
            <a:off x="1758984" y="1252766"/>
            <a:ext cx="8674031" cy="369553"/>
          </a:xfrm>
          <a:prstGeom prst="rect">
            <a:avLst/>
          </a:prstGeom>
        </p:spPr>
        <p:txBody>
          <a:bodyPr>
            <a:normAutofit/>
          </a:bodyPr>
          <a:lstStyle>
            <a:lvl1pPr marL="0" indent="0" algn="ctr">
              <a:buNone/>
              <a:defRPr sz="2000" cap="none" baseline="0">
                <a:solidFill>
                  <a:schemeClr val="bg1"/>
                </a:solidFill>
                <a:latin typeface="+mn-lt"/>
                <a:ea typeface="Open Sans Condensed" panose="020B0806030504020204" pitchFamily="34" charset="0"/>
                <a:cs typeface="Open Sans Condensed" panose="020B0806030504020204" pitchFamily="34" charset="0"/>
              </a:defRPr>
            </a:lvl1pPr>
          </a:lstStyle>
          <a:p>
            <a:pPr lvl="0"/>
            <a:r>
              <a:rPr lang="fr-FR" dirty="0"/>
              <a:t>Nom du projet</a:t>
            </a:r>
          </a:p>
        </p:txBody>
      </p:sp>
      <p:sp>
        <p:nvSpPr>
          <p:cNvPr id="57" name="Rectangle 56"/>
          <p:cNvSpPr/>
          <p:nvPr userDrawn="1"/>
        </p:nvSpPr>
        <p:spPr>
          <a:xfrm>
            <a:off x="1758985" y="1993768"/>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space réservé du texte 18"/>
          <p:cNvSpPr>
            <a:spLocks noGrp="1"/>
          </p:cNvSpPr>
          <p:nvPr>
            <p:ph type="body" sz="quarter" idx="10" hasCustomPrompt="1"/>
          </p:nvPr>
        </p:nvSpPr>
        <p:spPr>
          <a:xfrm>
            <a:off x="1758985" y="1970506"/>
            <a:ext cx="8674030" cy="370800"/>
          </a:xfrm>
          <a:prstGeom prst="rect">
            <a:avLst/>
          </a:prstGeom>
        </p:spPr>
        <p:txBody>
          <a:bodyPr>
            <a:normAutofit/>
          </a:bodyPr>
          <a:lstStyle>
            <a:lvl1pPr marL="0" indent="0" algn="ctr">
              <a:lnSpc>
                <a:spcPct val="100000"/>
              </a:lnSpc>
              <a:spcBef>
                <a:spcPts val="0"/>
              </a:spcBef>
              <a:buNone/>
              <a:defRPr sz="16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OTC-000000</a:t>
            </a:r>
          </a:p>
        </p:txBody>
      </p:sp>
      <p:sp>
        <p:nvSpPr>
          <p:cNvPr id="59" name="Rectangle 58"/>
          <p:cNvSpPr/>
          <p:nvPr userDrawn="1"/>
        </p:nvSpPr>
        <p:spPr>
          <a:xfrm>
            <a:off x="1758985" y="2398999"/>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60" name="Rectangle 59"/>
          <p:cNvSpPr/>
          <p:nvPr userDrawn="1"/>
        </p:nvSpPr>
        <p:spPr>
          <a:xfrm>
            <a:off x="1758985" y="2791784"/>
            <a:ext cx="8674030" cy="3240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Espace réservé du texte 18"/>
          <p:cNvSpPr>
            <a:spLocks noGrp="1"/>
          </p:cNvSpPr>
          <p:nvPr>
            <p:ph type="body" sz="quarter" idx="21" hasCustomPrompt="1"/>
          </p:nvPr>
        </p:nvSpPr>
        <p:spPr>
          <a:xfrm>
            <a:off x="1758985" y="2375599"/>
            <a:ext cx="8674030" cy="370800"/>
          </a:xfrm>
          <a:prstGeom prst="rect">
            <a:avLst/>
          </a:prstGeom>
        </p:spPr>
        <p:txBody>
          <a:bodyPr>
            <a:normAutofit/>
          </a:bodyPr>
          <a:lstStyle>
            <a:lvl1pPr marL="0" indent="0" algn="ctr">
              <a:lnSpc>
                <a:spcPct val="100000"/>
              </a:lnSpc>
              <a:spcBef>
                <a:spcPts val="0"/>
              </a:spcBef>
              <a:buNone/>
              <a:defRPr sz="18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Issue X0</a:t>
            </a:r>
          </a:p>
        </p:txBody>
      </p:sp>
      <p:sp>
        <p:nvSpPr>
          <p:cNvPr id="62" name="Espace réservé du texte 18"/>
          <p:cNvSpPr>
            <a:spLocks noGrp="1"/>
          </p:cNvSpPr>
          <p:nvPr>
            <p:ph type="body" sz="quarter" idx="22" hasCustomPrompt="1"/>
          </p:nvPr>
        </p:nvSpPr>
        <p:spPr>
          <a:xfrm>
            <a:off x="1758985" y="2769799"/>
            <a:ext cx="8674030" cy="370800"/>
          </a:xfrm>
          <a:prstGeom prst="rect">
            <a:avLst/>
          </a:prstGeom>
        </p:spPr>
        <p:txBody>
          <a:bodyPr>
            <a:normAutofit/>
          </a:bodyPr>
          <a:lstStyle>
            <a:lvl1pPr marL="0" indent="0" algn="ctr">
              <a:lnSpc>
                <a:spcPct val="100000"/>
              </a:lnSpc>
              <a:spcBef>
                <a:spcPts val="0"/>
              </a:spcBef>
              <a:buNone/>
              <a:defRPr sz="1600" baseline="0">
                <a:solidFill>
                  <a:srgbClr val="2D3637"/>
                </a:solidFill>
                <a:latin typeface="Lato" panose="020F0502020204030203" pitchFamily="34" charset="0"/>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Date JJ/MM/AAAA</a:t>
            </a:r>
          </a:p>
        </p:txBody>
      </p:sp>
      <p:sp>
        <p:nvSpPr>
          <p:cNvPr id="63" name="ZoneTexte 62"/>
          <p:cNvSpPr txBox="1"/>
          <p:nvPr userDrawn="1"/>
        </p:nvSpPr>
        <p:spPr>
          <a:xfrm>
            <a:off x="696000" y="531003"/>
            <a:ext cx="10800000" cy="424732"/>
          </a:xfrm>
          <a:prstGeom prst="rect">
            <a:avLst/>
          </a:prstGeom>
          <a:noFill/>
        </p:spPr>
        <p:txBody>
          <a:bodyPr wrap="square" rtlCol="0">
            <a:spAutoFit/>
          </a:bodyPr>
          <a:lstStyle/>
          <a:p>
            <a:pPr algn="ctr" defTabSz="914400" rtl="0" eaLnBrk="1" latinLnBrk="0" hangingPunct="1">
              <a:lnSpc>
                <a:spcPct val="90000"/>
              </a:lnSpc>
              <a:spcBef>
                <a:spcPct val="0"/>
              </a:spcBef>
              <a:buNone/>
            </a:pPr>
            <a:r>
              <a:rPr lang="fr-FR" sz="2400" kern="1200" cap="all" spc="6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Technical &amp; commercial </a:t>
            </a:r>
            <a:r>
              <a:rPr lang="fr-FR" sz="2400" kern="1200" cap="all" spc="60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proposal</a:t>
            </a:r>
            <a:endParaRPr lang="fr-FR" sz="2400" kern="1200" cap="all" spc="60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sp>
        <p:nvSpPr>
          <p:cNvPr id="64" name="ZoneTexte 63"/>
          <p:cNvSpPr txBox="1"/>
          <p:nvPr userDrawn="1"/>
        </p:nvSpPr>
        <p:spPr>
          <a:xfrm>
            <a:off x="149175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rPr>
              <a:t>Technical</a:t>
            </a:r>
            <a:br>
              <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rPr>
            </a:br>
            <a:r>
              <a:rPr lang="fr-FR" sz="1200" b="1" kern="1200" cap="all" spc="100" baseline="0" dirty="0" err="1">
                <a:solidFill>
                  <a:srgbClr val="A0B800"/>
                </a:solidFill>
                <a:latin typeface="+mn-lt"/>
                <a:ea typeface="Open Sans Condensed" panose="020B0806030504020204" pitchFamily="34" charset="0"/>
                <a:cs typeface="Open Sans Condensed" panose="020B0806030504020204" pitchFamily="34" charset="0"/>
              </a:rPr>
              <a:t>proposal</a:t>
            </a:r>
            <a:endParaRPr lang="fr-FR" sz="1200" b="1" kern="1200" cap="all" spc="100" baseline="0" dirty="0">
              <a:solidFill>
                <a:srgbClr val="A0B800"/>
              </a:solidFill>
              <a:latin typeface="+mn-lt"/>
              <a:ea typeface="Open Sans Condensed" panose="020B0806030504020204" pitchFamily="34" charset="0"/>
              <a:cs typeface="Open Sans Condensed" panose="020B0806030504020204" pitchFamily="34" charset="0"/>
            </a:endParaRPr>
          </a:p>
        </p:txBody>
      </p:sp>
      <p:sp>
        <p:nvSpPr>
          <p:cNvPr id="65" name="ZoneTexte 64"/>
          <p:cNvSpPr txBox="1"/>
          <p:nvPr userDrawn="1"/>
        </p:nvSpPr>
        <p:spPr>
          <a:xfrm>
            <a:off x="5016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rPr>
              <a:t>Project</a:t>
            </a:r>
            <a:br>
              <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FE373C"/>
                </a:solidFill>
                <a:latin typeface="+mn-lt"/>
                <a:ea typeface="Open Sans Condensed" panose="020B0806030504020204" pitchFamily="34" charset="0"/>
                <a:cs typeface="Open Sans Condensed" panose="020B0806030504020204" pitchFamily="34" charset="0"/>
              </a:rPr>
              <a:t>features</a:t>
            </a:r>
            <a:endPar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endParaRPr>
          </a:p>
        </p:txBody>
      </p:sp>
      <p:sp>
        <p:nvSpPr>
          <p:cNvPr id="66" name="ZoneTexte 65"/>
          <p:cNvSpPr txBox="1"/>
          <p:nvPr userDrawn="1"/>
        </p:nvSpPr>
        <p:spPr>
          <a:xfrm>
            <a:off x="8538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t>Commercial</a:t>
            </a:r>
            <a:b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2F5597"/>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3808633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3 Parties | PROJET">
    <p:spTree>
      <p:nvGrpSpPr>
        <p:cNvPr id="1" name=""/>
        <p:cNvGrpSpPr/>
        <p:nvPr/>
      </p:nvGrpSpPr>
      <p:grpSpPr>
        <a:xfrm>
          <a:off x="0" y="0"/>
          <a:ext cx="0" cy="0"/>
          <a:chOff x="0" y="0"/>
          <a:chExt cx="0" cy="0"/>
        </a:xfrm>
      </p:grpSpPr>
      <p:pic>
        <p:nvPicPr>
          <p:cNvPr id="18" name="Image 17"/>
          <p:cNvPicPr>
            <a:picLocks noChangeAspect="1"/>
          </p:cNvPicPr>
          <p:nvPr userDrawn="1"/>
        </p:nvPicPr>
        <p:blipFill rotWithShape="1">
          <a:blip r:embed="rId2">
            <a:extLst>
              <a:ext uri="{28A0092B-C50C-407E-A947-70E740481C1C}">
                <a14:useLocalDpi xmlns:a14="http://schemas.microsoft.com/office/drawing/2010/main" val="0"/>
              </a:ext>
            </a:extLst>
          </a:blip>
          <a:srcRect l="1" t="14703" r="67" b="29837"/>
          <a:stretch/>
        </p:blipFill>
        <p:spPr>
          <a:xfrm flipH="1">
            <a:off x="0" y="0"/>
            <a:ext cx="12192000" cy="4495800"/>
          </a:xfrm>
          <a:prstGeom prst="rect">
            <a:avLst/>
          </a:prstGeom>
        </p:spPr>
      </p:pic>
      <p:sp>
        <p:nvSpPr>
          <p:cNvPr id="54" name="ZoneTexte 53"/>
          <p:cNvSpPr txBox="1"/>
          <p:nvPr userDrawn="1"/>
        </p:nvSpPr>
        <p:spPr>
          <a:xfrm rot="16200000">
            <a:off x="-472532" y="1747037"/>
            <a:ext cx="3600000" cy="978729"/>
          </a:xfrm>
          <a:prstGeom prst="rect">
            <a:avLst/>
          </a:prstGeom>
          <a:noFill/>
        </p:spPr>
        <p:txBody>
          <a:bodyPr wrap="square" rtlCol="0">
            <a:spAutoFit/>
          </a:bodyPr>
          <a:lstStyle/>
          <a:p>
            <a:pPr algn="r" defTabSz="914400" rtl="0" eaLnBrk="1" latinLnBrk="0" hangingPunct="1">
              <a:lnSpc>
                <a:spcPct val="90000"/>
              </a:lnSpc>
              <a:spcBef>
                <a:spcPct val="0"/>
              </a:spcBef>
              <a:buNone/>
            </a:pPr>
            <a:r>
              <a:rPr lang="fr-FR" sz="28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modification</a:t>
            </a:r>
          </a:p>
          <a:p>
            <a:pPr algn="r" defTabSz="914400" rtl="0" eaLnBrk="1" latinLnBrk="0" hangingPunct="1">
              <a:lnSpc>
                <a:spcPct val="90000"/>
              </a:lnSpc>
              <a:spcBef>
                <a:spcPct val="0"/>
              </a:spcBef>
              <a:buNone/>
            </a:pPr>
            <a:r>
              <a:rPr lang="fr-FR" sz="3600" kern="1200" cap="all" spc="62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history</a:t>
            </a:r>
            <a:endPar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graphicFrame>
        <p:nvGraphicFramePr>
          <p:cNvPr id="2" name="Tableau 1"/>
          <p:cNvGraphicFramePr>
            <a:graphicFrameLocks noGrp="1"/>
          </p:cNvGraphicFramePr>
          <p:nvPr userDrawn="1">
            <p:extLst>
              <p:ext uri="{D42A27DB-BD31-4B8C-83A1-F6EECF244321}">
                <p14:modId xmlns:p14="http://schemas.microsoft.com/office/powerpoint/2010/main" val="2684034383"/>
              </p:ext>
            </p:extLst>
          </p:nvPr>
        </p:nvGraphicFramePr>
        <p:xfrm>
          <a:off x="2079540" y="622104"/>
          <a:ext cx="8712000" cy="2304000"/>
        </p:xfrm>
        <a:graphic>
          <a:graphicData uri="http://schemas.openxmlformats.org/drawingml/2006/table">
            <a:tbl>
              <a:tblPr firstRow="1" firstCol="1" bandRow="1">
                <a:tableStyleId>{2D5ABB26-0587-4C30-8999-92F81FD0307C}</a:tableStyleId>
              </a:tblPr>
              <a:tblGrid>
                <a:gridCol w="1214518">
                  <a:extLst>
                    <a:ext uri="{9D8B030D-6E8A-4147-A177-3AD203B41FA5}">
                      <a16:colId xmlns:a16="http://schemas.microsoft.com/office/drawing/2014/main" val="20000"/>
                    </a:ext>
                  </a:extLst>
                </a:gridCol>
                <a:gridCol w="670159">
                  <a:extLst>
                    <a:ext uri="{9D8B030D-6E8A-4147-A177-3AD203B41FA5}">
                      <a16:colId xmlns:a16="http://schemas.microsoft.com/office/drawing/2014/main" val="20001"/>
                    </a:ext>
                  </a:extLst>
                </a:gridCol>
                <a:gridCol w="4020217">
                  <a:extLst>
                    <a:ext uri="{9D8B030D-6E8A-4147-A177-3AD203B41FA5}">
                      <a16:colId xmlns:a16="http://schemas.microsoft.com/office/drawing/2014/main" val="20002"/>
                    </a:ext>
                  </a:extLst>
                </a:gridCol>
                <a:gridCol w="1403553">
                  <a:extLst>
                    <a:ext uri="{9D8B030D-6E8A-4147-A177-3AD203B41FA5}">
                      <a16:colId xmlns:a16="http://schemas.microsoft.com/office/drawing/2014/main" val="20003"/>
                    </a:ext>
                  </a:extLst>
                </a:gridCol>
                <a:gridCol w="1403553">
                  <a:extLst>
                    <a:ext uri="{9D8B030D-6E8A-4147-A177-3AD203B41FA5}">
                      <a16:colId xmlns:a16="http://schemas.microsoft.com/office/drawing/2014/main" val="20004"/>
                    </a:ext>
                  </a:extLst>
                </a:gridCol>
              </a:tblGrid>
              <a:tr h="576000">
                <a:tc>
                  <a:txBody>
                    <a:bodyPr/>
                    <a:lstStyle/>
                    <a:p>
                      <a:pPr marL="71755" marR="71755" algn="ctr">
                        <a:lnSpc>
                          <a:spcPct val="107000"/>
                        </a:lnSpc>
                        <a:spcBef>
                          <a:spcPts val="300"/>
                        </a:spcBef>
                        <a:spcAft>
                          <a:spcPts val="300"/>
                        </a:spcAft>
                      </a:pPr>
                      <a:r>
                        <a:rPr lang="fr-FR" sz="1200" b="1" dirty="0">
                          <a:solidFill>
                            <a:schemeClr val="bg1"/>
                          </a:solidFill>
                          <a:effectLst/>
                        </a:rPr>
                        <a:t>Date</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a:solidFill>
                            <a:schemeClr val="bg1"/>
                          </a:solidFill>
                          <a:effectLst/>
                        </a:rPr>
                        <a:t>Issue</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l">
                        <a:lnSpc>
                          <a:spcPct val="107000"/>
                        </a:lnSpc>
                        <a:spcBef>
                          <a:spcPts val="300"/>
                        </a:spcBef>
                        <a:spcAft>
                          <a:spcPts val="300"/>
                        </a:spcAft>
                      </a:pPr>
                      <a:r>
                        <a:rPr lang="fr-FR" sz="1200" b="1" dirty="0">
                          <a:solidFill>
                            <a:schemeClr val="bg1"/>
                          </a:solidFill>
                          <a:effectLst/>
                        </a:rPr>
                        <a:t>Modifications</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err="1">
                          <a:solidFill>
                            <a:schemeClr val="bg1"/>
                          </a:solidFill>
                          <a:effectLst/>
                        </a:rPr>
                        <a:t>Writter</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r>
                        <a:rPr lang="fr-FR" sz="1200" b="1" dirty="0" err="1">
                          <a:solidFill>
                            <a:schemeClr val="bg1"/>
                          </a:solidFill>
                          <a:effectLst/>
                        </a:rPr>
                        <a:t>Approver</a:t>
                      </a:r>
                      <a:endParaRPr lang="fr-FR" sz="1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576000">
                <a:tc>
                  <a:txBody>
                    <a:bodyPr/>
                    <a:lstStyle/>
                    <a:p>
                      <a:pPr algn="ctr">
                        <a:lnSpc>
                          <a:spcPts val="11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ts val="11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576000">
                <a:tc>
                  <a:txBody>
                    <a:bodyPr/>
                    <a:lstStyle/>
                    <a:p>
                      <a:pPr algn="ctr">
                        <a:lnSpc>
                          <a:spcPts val="11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576000">
                <a:tc>
                  <a:txBody>
                    <a:bodyPr/>
                    <a:lstStyle/>
                    <a:p>
                      <a:pPr algn="ctr">
                        <a:lnSpc>
                          <a:spcPts val="11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71755" marR="71755" algn="ctr">
                        <a:lnSpc>
                          <a:spcPct val="107000"/>
                        </a:lnSpc>
                        <a:spcBef>
                          <a:spcPts val="300"/>
                        </a:spcBef>
                        <a:spcAft>
                          <a:spcPts val="300"/>
                        </a:spcAft>
                      </a:pPr>
                      <a:endParaRPr lang="fr-FR"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3" name="Espace réservé du texte 18"/>
          <p:cNvSpPr>
            <a:spLocks noGrp="1"/>
          </p:cNvSpPr>
          <p:nvPr>
            <p:ph type="body" sz="quarter" idx="31" hasCustomPrompt="1"/>
          </p:nvPr>
        </p:nvSpPr>
        <p:spPr>
          <a:xfrm>
            <a:off x="2079540" y="1232590"/>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64" name="Espace réservé du texte 18"/>
          <p:cNvSpPr>
            <a:spLocks noGrp="1"/>
          </p:cNvSpPr>
          <p:nvPr>
            <p:ph type="body" sz="quarter" idx="32" hasCustomPrompt="1"/>
          </p:nvPr>
        </p:nvSpPr>
        <p:spPr>
          <a:xfrm>
            <a:off x="2079540" y="1795597"/>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65" name="Espace réservé du texte 18"/>
          <p:cNvSpPr>
            <a:spLocks noGrp="1"/>
          </p:cNvSpPr>
          <p:nvPr>
            <p:ph type="body" sz="quarter" idx="33" hasCustomPrompt="1"/>
          </p:nvPr>
        </p:nvSpPr>
        <p:spPr>
          <a:xfrm>
            <a:off x="2079540" y="2386068"/>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JJ/MM/AAAA</a:t>
            </a:r>
          </a:p>
        </p:txBody>
      </p:sp>
      <p:sp>
        <p:nvSpPr>
          <p:cNvPr id="66" name="Espace réservé du texte 18"/>
          <p:cNvSpPr>
            <a:spLocks noGrp="1"/>
          </p:cNvSpPr>
          <p:nvPr>
            <p:ph type="body" sz="quarter" idx="34" hasCustomPrompt="1"/>
          </p:nvPr>
        </p:nvSpPr>
        <p:spPr>
          <a:xfrm>
            <a:off x="8086490" y="1232590"/>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67" name="Espace réservé du texte 18"/>
          <p:cNvSpPr>
            <a:spLocks noGrp="1"/>
          </p:cNvSpPr>
          <p:nvPr>
            <p:ph type="body" sz="quarter" idx="35" hasCustomPrompt="1"/>
          </p:nvPr>
        </p:nvSpPr>
        <p:spPr>
          <a:xfrm>
            <a:off x="8086490" y="1795597"/>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68" name="Espace réservé du texte 18"/>
          <p:cNvSpPr>
            <a:spLocks noGrp="1"/>
          </p:cNvSpPr>
          <p:nvPr>
            <p:ph type="body" sz="quarter" idx="36" hasCustomPrompt="1"/>
          </p:nvPr>
        </p:nvSpPr>
        <p:spPr>
          <a:xfrm>
            <a:off x="8086490" y="2386068"/>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69" name="Espace réservé du texte 18"/>
          <p:cNvSpPr>
            <a:spLocks noGrp="1"/>
          </p:cNvSpPr>
          <p:nvPr>
            <p:ph type="body" sz="quarter" idx="37" hasCustomPrompt="1"/>
          </p:nvPr>
        </p:nvSpPr>
        <p:spPr>
          <a:xfrm>
            <a:off x="9488240" y="1232590"/>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70" name="Espace réservé du texte 18"/>
          <p:cNvSpPr>
            <a:spLocks noGrp="1"/>
          </p:cNvSpPr>
          <p:nvPr>
            <p:ph type="body" sz="quarter" idx="38" hasCustomPrompt="1"/>
          </p:nvPr>
        </p:nvSpPr>
        <p:spPr>
          <a:xfrm>
            <a:off x="9488240" y="1795597"/>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71" name="Espace réservé du texte 18"/>
          <p:cNvSpPr>
            <a:spLocks noGrp="1"/>
          </p:cNvSpPr>
          <p:nvPr>
            <p:ph type="body" sz="quarter" idx="39" hasCustomPrompt="1"/>
          </p:nvPr>
        </p:nvSpPr>
        <p:spPr>
          <a:xfrm>
            <a:off x="9488240" y="2386068"/>
            <a:ext cx="120976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Triptyque +</a:t>
            </a:r>
          </a:p>
          <a:p>
            <a:pPr lvl="0"/>
            <a:r>
              <a:rPr lang="fr-FR" dirty="0"/>
              <a:t>Signature</a:t>
            </a:r>
          </a:p>
        </p:txBody>
      </p:sp>
      <p:sp>
        <p:nvSpPr>
          <p:cNvPr id="72" name="Espace réservé du texte 18"/>
          <p:cNvSpPr>
            <a:spLocks noGrp="1"/>
          </p:cNvSpPr>
          <p:nvPr>
            <p:ph type="body" sz="quarter" idx="40" hasCustomPrompt="1"/>
          </p:nvPr>
        </p:nvSpPr>
        <p:spPr>
          <a:xfrm>
            <a:off x="3289300" y="1232590"/>
            <a:ext cx="64770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73" name="Espace réservé du texte 18"/>
          <p:cNvSpPr>
            <a:spLocks noGrp="1"/>
          </p:cNvSpPr>
          <p:nvPr>
            <p:ph type="body" sz="quarter" idx="41" hasCustomPrompt="1"/>
          </p:nvPr>
        </p:nvSpPr>
        <p:spPr>
          <a:xfrm>
            <a:off x="3289300" y="1795597"/>
            <a:ext cx="64770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74" name="Espace réservé du texte 18"/>
          <p:cNvSpPr>
            <a:spLocks noGrp="1"/>
          </p:cNvSpPr>
          <p:nvPr>
            <p:ph type="body" sz="quarter" idx="42" hasCustomPrompt="1"/>
          </p:nvPr>
        </p:nvSpPr>
        <p:spPr>
          <a:xfrm>
            <a:off x="3289300" y="2386068"/>
            <a:ext cx="647700" cy="504000"/>
          </a:xfrm>
          <a:prstGeom prst="rect">
            <a:avLst/>
          </a:prstGeom>
        </p:spPr>
        <p:txBody>
          <a:bodyPr anchor="ctr">
            <a:normAutofit/>
          </a:bodyPr>
          <a:lstStyle>
            <a:lvl1pPr marL="0" indent="0" algn="ctr">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X0</a:t>
            </a:r>
          </a:p>
        </p:txBody>
      </p:sp>
      <p:sp>
        <p:nvSpPr>
          <p:cNvPr id="75" name="Espace réservé du texte 18"/>
          <p:cNvSpPr>
            <a:spLocks noGrp="1"/>
          </p:cNvSpPr>
          <p:nvPr>
            <p:ph type="body" sz="quarter" idx="43" hasCustomPrompt="1"/>
          </p:nvPr>
        </p:nvSpPr>
        <p:spPr>
          <a:xfrm>
            <a:off x="4030860" y="1232590"/>
            <a:ext cx="3863640" cy="504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sp>
        <p:nvSpPr>
          <p:cNvPr id="76" name="Espace réservé du texte 18"/>
          <p:cNvSpPr>
            <a:spLocks noGrp="1"/>
          </p:cNvSpPr>
          <p:nvPr>
            <p:ph type="body" sz="quarter" idx="44" hasCustomPrompt="1"/>
          </p:nvPr>
        </p:nvSpPr>
        <p:spPr>
          <a:xfrm>
            <a:off x="4030860" y="1795597"/>
            <a:ext cx="3863640" cy="504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sp>
        <p:nvSpPr>
          <p:cNvPr id="77" name="Espace réservé du texte 18"/>
          <p:cNvSpPr>
            <a:spLocks noGrp="1"/>
          </p:cNvSpPr>
          <p:nvPr>
            <p:ph type="body" sz="quarter" idx="45" hasCustomPrompt="1"/>
          </p:nvPr>
        </p:nvSpPr>
        <p:spPr>
          <a:xfrm>
            <a:off x="4030860" y="2386068"/>
            <a:ext cx="3863640" cy="504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Description des modifications</a:t>
            </a:r>
          </a:p>
        </p:txBody>
      </p:sp>
      <p:cxnSp>
        <p:nvCxnSpPr>
          <p:cNvPr id="27" name="Connecteur droit 26">
            <a:extLst>
              <a:ext uri="{FF2B5EF4-FFF2-40B4-BE49-F238E27FC236}">
                <a16:creationId xmlns:a16="http://schemas.microsoft.com/office/drawing/2014/main" id="{2E9DF9D5-AC57-4092-9EC5-6282EA0F24FD}"/>
              </a:ext>
            </a:extLst>
          </p:cNvPr>
          <p:cNvCxnSpPr/>
          <p:nvPr userDrawn="1"/>
        </p:nvCxnSpPr>
        <p:spPr>
          <a:xfrm>
            <a:off x="1146000" y="5269470"/>
            <a:ext cx="9900000" cy="0"/>
          </a:xfrm>
          <a:prstGeom prst="line">
            <a:avLst/>
          </a:prstGeom>
          <a:ln>
            <a:solidFill>
              <a:srgbClr val="2D3637"/>
            </a:solidFill>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7B6A39E4-5065-44E6-BACB-A48440BF1755}"/>
              </a:ext>
            </a:extLst>
          </p:cNvPr>
          <p:cNvSpPr/>
          <p:nvPr userDrawn="1"/>
        </p:nvSpPr>
        <p:spPr>
          <a:xfrm>
            <a:off x="2247750" y="4943699"/>
            <a:ext cx="648000" cy="647700"/>
          </a:xfrm>
          <a:prstGeom prst="ellipse">
            <a:avLst/>
          </a:prstGeom>
          <a:solidFill>
            <a:srgbClr val="A0B8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36" name="Ellipse 35">
            <a:extLst>
              <a:ext uri="{FF2B5EF4-FFF2-40B4-BE49-F238E27FC236}">
                <a16:creationId xmlns:a16="http://schemas.microsoft.com/office/drawing/2014/main" id="{0E2A9328-D683-45B6-88D4-E65F87808B37}"/>
              </a:ext>
            </a:extLst>
          </p:cNvPr>
          <p:cNvSpPr/>
          <p:nvPr userDrawn="1"/>
        </p:nvSpPr>
        <p:spPr>
          <a:xfrm>
            <a:off x="5772000" y="4943699"/>
            <a:ext cx="648000" cy="647700"/>
          </a:xfrm>
          <a:prstGeom prst="ellipse">
            <a:avLst/>
          </a:prstGeom>
          <a:solidFill>
            <a:srgbClr val="FE373C"/>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37" name="Ellipse 36">
            <a:extLst>
              <a:ext uri="{FF2B5EF4-FFF2-40B4-BE49-F238E27FC236}">
                <a16:creationId xmlns:a16="http://schemas.microsoft.com/office/drawing/2014/main" id="{3B3BD076-EFCA-4876-929F-569BD1ECFBBE}"/>
              </a:ext>
            </a:extLst>
          </p:cNvPr>
          <p:cNvSpPr/>
          <p:nvPr userDrawn="1"/>
        </p:nvSpPr>
        <p:spPr>
          <a:xfrm>
            <a:off x="9296250" y="4943699"/>
            <a:ext cx="648000" cy="6477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38" name="ZoneTexte 37">
            <a:extLst>
              <a:ext uri="{FF2B5EF4-FFF2-40B4-BE49-F238E27FC236}">
                <a16:creationId xmlns:a16="http://schemas.microsoft.com/office/drawing/2014/main" id="{066EF87C-2003-40F3-BE98-07EE835C3CE6}"/>
              </a:ext>
            </a:extLst>
          </p:cNvPr>
          <p:cNvSpPr txBox="1"/>
          <p:nvPr userDrawn="1"/>
        </p:nvSpPr>
        <p:spPr>
          <a:xfrm>
            <a:off x="149175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t>Technical</a:t>
            </a:r>
            <a:b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A0B800"/>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endParaRPr>
          </a:p>
        </p:txBody>
      </p:sp>
      <p:sp>
        <p:nvSpPr>
          <p:cNvPr id="39" name="ZoneTexte 38">
            <a:extLst>
              <a:ext uri="{FF2B5EF4-FFF2-40B4-BE49-F238E27FC236}">
                <a16:creationId xmlns:a16="http://schemas.microsoft.com/office/drawing/2014/main" id="{F636635B-2B04-434C-B6EB-8041A813B845}"/>
              </a:ext>
            </a:extLst>
          </p:cNvPr>
          <p:cNvSpPr txBox="1"/>
          <p:nvPr userDrawn="1"/>
        </p:nvSpPr>
        <p:spPr>
          <a:xfrm>
            <a:off x="5016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1" kern="1200" cap="all" spc="100" baseline="0" dirty="0">
                <a:solidFill>
                  <a:srgbClr val="FE373C"/>
                </a:solidFill>
                <a:latin typeface="+mn-lt"/>
                <a:ea typeface="Open Sans Condensed" panose="020B0806030504020204" pitchFamily="34" charset="0"/>
                <a:cs typeface="Open Sans Condensed" panose="020B0806030504020204" pitchFamily="34" charset="0"/>
              </a:rPr>
              <a:t>Project</a:t>
            </a:r>
            <a:br>
              <a:rPr lang="fr-FR" sz="1200" b="1" kern="1200" cap="all" spc="100" baseline="0" dirty="0">
                <a:solidFill>
                  <a:srgbClr val="FE373C"/>
                </a:solidFill>
                <a:latin typeface="+mn-lt"/>
                <a:ea typeface="Open Sans Condensed" panose="020B0806030504020204" pitchFamily="34" charset="0"/>
                <a:cs typeface="Open Sans Condensed" panose="020B0806030504020204" pitchFamily="34" charset="0"/>
              </a:rPr>
            </a:br>
            <a:r>
              <a:rPr lang="fr-FR" sz="1200" b="1" kern="1200" cap="all" spc="100" baseline="0" dirty="0" err="1">
                <a:solidFill>
                  <a:srgbClr val="FE373C"/>
                </a:solidFill>
                <a:latin typeface="+mn-lt"/>
                <a:ea typeface="Open Sans Condensed" panose="020B0806030504020204" pitchFamily="34" charset="0"/>
                <a:cs typeface="Open Sans Condensed" panose="020B0806030504020204" pitchFamily="34" charset="0"/>
              </a:rPr>
              <a:t>features</a:t>
            </a:r>
            <a:endParaRPr lang="fr-FR" sz="1200" b="1" kern="1200" cap="all" spc="100" baseline="0" dirty="0">
              <a:solidFill>
                <a:srgbClr val="FE373C"/>
              </a:solidFill>
              <a:latin typeface="+mn-lt"/>
              <a:ea typeface="Open Sans Condensed" panose="020B0806030504020204" pitchFamily="34" charset="0"/>
              <a:cs typeface="Open Sans Condensed" panose="020B0806030504020204" pitchFamily="34" charset="0"/>
            </a:endParaRPr>
          </a:p>
        </p:txBody>
      </p:sp>
      <p:sp>
        <p:nvSpPr>
          <p:cNvPr id="40" name="ZoneTexte 39">
            <a:extLst>
              <a:ext uri="{FF2B5EF4-FFF2-40B4-BE49-F238E27FC236}">
                <a16:creationId xmlns:a16="http://schemas.microsoft.com/office/drawing/2014/main" id="{E3D4BCD4-B42B-4DDE-8E0C-BE33EFEB44E4}"/>
              </a:ext>
            </a:extLst>
          </p:cNvPr>
          <p:cNvSpPr txBox="1"/>
          <p:nvPr userDrawn="1"/>
        </p:nvSpPr>
        <p:spPr>
          <a:xfrm>
            <a:off x="8538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t>Commercial</a:t>
            </a:r>
            <a:br>
              <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2F5597"/>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2F5597"/>
              </a:solidFill>
              <a:latin typeface="+mn-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2364422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mmaire 3 Parties | COMMERCIAL">
    <p:spTree>
      <p:nvGrpSpPr>
        <p:cNvPr id="1" name=""/>
        <p:cNvGrpSpPr/>
        <p:nvPr/>
      </p:nvGrpSpPr>
      <p:grpSpPr>
        <a:xfrm>
          <a:off x="0" y="0"/>
          <a:ext cx="0" cy="0"/>
          <a:chOff x="0" y="0"/>
          <a:chExt cx="0" cy="0"/>
        </a:xfrm>
      </p:grpSpPr>
      <p:pic>
        <p:nvPicPr>
          <p:cNvPr id="18" name="Image 17"/>
          <p:cNvPicPr>
            <a:picLocks noChangeAspect="1"/>
          </p:cNvPicPr>
          <p:nvPr userDrawn="1"/>
        </p:nvPicPr>
        <p:blipFill rotWithShape="1">
          <a:blip r:embed="rId2">
            <a:extLst>
              <a:ext uri="{28A0092B-C50C-407E-A947-70E740481C1C}">
                <a14:useLocalDpi xmlns:a14="http://schemas.microsoft.com/office/drawing/2010/main" val="0"/>
              </a:ext>
            </a:extLst>
          </a:blip>
          <a:srcRect l="1" t="14703" r="67" b="29837"/>
          <a:stretch/>
        </p:blipFill>
        <p:spPr>
          <a:xfrm flipH="1">
            <a:off x="0" y="0"/>
            <a:ext cx="12192000" cy="4495800"/>
          </a:xfrm>
          <a:prstGeom prst="rect">
            <a:avLst/>
          </a:prstGeom>
        </p:spPr>
      </p:pic>
      <p:sp>
        <p:nvSpPr>
          <p:cNvPr id="19" name="Espace réservé du texte 18"/>
          <p:cNvSpPr>
            <a:spLocks noGrp="1"/>
          </p:cNvSpPr>
          <p:nvPr>
            <p:ph type="body" sz="quarter" idx="10" hasCustomPrompt="1"/>
          </p:nvPr>
        </p:nvSpPr>
        <p:spPr>
          <a:xfrm>
            <a:off x="2942028" y="874089"/>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26" name="Espace réservé du texte 18"/>
          <p:cNvSpPr>
            <a:spLocks noGrp="1"/>
          </p:cNvSpPr>
          <p:nvPr>
            <p:ph type="body" sz="quarter" idx="23" hasCustomPrompt="1"/>
          </p:nvPr>
        </p:nvSpPr>
        <p:spPr>
          <a:xfrm>
            <a:off x="2941778" y="1157942"/>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27" name="Espace réservé du texte 18"/>
          <p:cNvSpPr>
            <a:spLocks noGrp="1"/>
          </p:cNvSpPr>
          <p:nvPr>
            <p:ph type="body" sz="quarter" idx="24" hasCustomPrompt="1"/>
          </p:nvPr>
        </p:nvSpPr>
        <p:spPr>
          <a:xfrm>
            <a:off x="2941778" y="1441795"/>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28" name="ZoneTexte 27"/>
          <p:cNvSpPr txBox="1"/>
          <p:nvPr userDrawn="1"/>
        </p:nvSpPr>
        <p:spPr>
          <a:xfrm>
            <a:off x="2221778" y="87658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30" name="ZoneTexte 29"/>
          <p:cNvSpPr txBox="1"/>
          <p:nvPr userDrawn="1"/>
        </p:nvSpPr>
        <p:spPr>
          <a:xfrm>
            <a:off x="2221778" y="1157942"/>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31" name="ZoneTexte 30"/>
          <p:cNvSpPr txBox="1"/>
          <p:nvPr userDrawn="1"/>
        </p:nvSpPr>
        <p:spPr>
          <a:xfrm>
            <a:off x="2221778" y="1444171"/>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32" name="ZoneTexte 31"/>
          <p:cNvSpPr txBox="1"/>
          <p:nvPr userDrawn="1"/>
        </p:nvSpPr>
        <p:spPr>
          <a:xfrm>
            <a:off x="2941778" y="599200"/>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chemeClr val="bg1"/>
                </a:solidFill>
                <a:latin typeface="+mn-lt"/>
                <a:ea typeface="Open Sans Condensed" panose="020B0806030504020204" pitchFamily="34" charset="0"/>
                <a:cs typeface="Open Sans Condensed" panose="020B0806030504020204" pitchFamily="34" charset="0"/>
              </a:rPr>
              <a:t>Commercial</a:t>
            </a:r>
          </a:p>
        </p:txBody>
      </p:sp>
      <p:sp>
        <p:nvSpPr>
          <p:cNvPr id="33" name="Espace réservé du texte 18"/>
          <p:cNvSpPr>
            <a:spLocks noGrp="1"/>
          </p:cNvSpPr>
          <p:nvPr>
            <p:ph type="body" sz="quarter" idx="25" hasCustomPrompt="1"/>
          </p:nvPr>
        </p:nvSpPr>
        <p:spPr>
          <a:xfrm>
            <a:off x="7064500" y="874089"/>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34" name="Espace réservé du texte 18"/>
          <p:cNvSpPr>
            <a:spLocks noGrp="1"/>
          </p:cNvSpPr>
          <p:nvPr>
            <p:ph type="body" sz="quarter" idx="26" hasCustomPrompt="1"/>
          </p:nvPr>
        </p:nvSpPr>
        <p:spPr>
          <a:xfrm>
            <a:off x="7064250" y="1157942"/>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35" name="Espace réservé du texte 18"/>
          <p:cNvSpPr>
            <a:spLocks noGrp="1"/>
          </p:cNvSpPr>
          <p:nvPr>
            <p:ph type="body" sz="quarter" idx="27" hasCustomPrompt="1"/>
          </p:nvPr>
        </p:nvSpPr>
        <p:spPr>
          <a:xfrm>
            <a:off x="7064250" y="1441795"/>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36" name="ZoneTexte 35"/>
          <p:cNvSpPr txBox="1"/>
          <p:nvPr userDrawn="1"/>
        </p:nvSpPr>
        <p:spPr>
          <a:xfrm>
            <a:off x="6344250" y="87658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37" name="ZoneTexte 36"/>
          <p:cNvSpPr txBox="1"/>
          <p:nvPr userDrawn="1"/>
        </p:nvSpPr>
        <p:spPr>
          <a:xfrm>
            <a:off x="6344250" y="1157942"/>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38" name="ZoneTexte 37"/>
          <p:cNvSpPr txBox="1"/>
          <p:nvPr userDrawn="1"/>
        </p:nvSpPr>
        <p:spPr>
          <a:xfrm>
            <a:off x="6344250" y="1444171"/>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39" name="ZoneTexte 38"/>
          <p:cNvSpPr txBox="1"/>
          <p:nvPr userDrawn="1"/>
        </p:nvSpPr>
        <p:spPr>
          <a:xfrm>
            <a:off x="7064250" y="599200"/>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chemeClr val="bg1"/>
                </a:solidFill>
                <a:latin typeface="+mn-lt"/>
                <a:ea typeface="Open Sans Condensed" panose="020B0806030504020204" pitchFamily="34" charset="0"/>
                <a:cs typeface="Open Sans Condensed" panose="020B0806030504020204" pitchFamily="34" charset="0"/>
              </a:rPr>
              <a:t>Technical</a:t>
            </a:r>
          </a:p>
        </p:txBody>
      </p:sp>
      <p:sp>
        <p:nvSpPr>
          <p:cNvPr id="40" name="Espace réservé du texte 18"/>
          <p:cNvSpPr>
            <a:spLocks noGrp="1"/>
          </p:cNvSpPr>
          <p:nvPr>
            <p:ph type="body" sz="quarter" idx="28" hasCustomPrompt="1"/>
          </p:nvPr>
        </p:nvSpPr>
        <p:spPr>
          <a:xfrm>
            <a:off x="2941528" y="2213819"/>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Prénom NOM</a:t>
            </a:r>
          </a:p>
        </p:txBody>
      </p:sp>
      <p:sp>
        <p:nvSpPr>
          <p:cNvPr id="41" name="Espace réservé du texte 18"/>
          <p:cNvSpPr>
            <a:spLocks noGrp="1"/>
          </p:cNvSpPr>
          <p:nvPr>
            <p:ph type="body" sz="quarter" idx="29" hasCustomPrompt="1"/>
          </p:nvPr>
        </p:nvSpPr>
        <p:spPr>
          <a:xfrm>
            <a:off x="2941278" y="2497672"/>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Adresse email</a:t>
            </a:r>
          </a:p>
        </p:txBody>
      </p:sp>
      <p:sp>
        <p:nvSpPr>
          <p:cNvPr id="42" name="Espace réservé du texte 18"/>
          <p:cNvSpPr>
            <a:spLocks noGrp="1"/>
          </p:cNvSpPr>
          <p:nvPr>
            <p:ph type="body" sz="quarter" idx="30" hasCustomPrompt="1"/>
          </p:nvPr>
        </p:nvSpPr>
        <p:spPr>
          <a:xfrm>
            <a:off x="2941278" y="2781525"/>
            <a:ext cx="2880000" cy="252000"/>
          </a:xfrm>
          <a:prstGeom prst="rect">
            <a:avLst/>
          </a:prstGeom>
        </p:spPr>
        <p:txBody>
          <a:bodyPr anchor="ctr">
            <a:normAutofit/>
          </a:bodyPr>
          <a:lstStyle>
            <a:lvl1pPr marL="0" indent="0" algn="l">
              <a:lnSpc>
                <a:spcPct val="100000"/>
              </a:lnSpc>
              <a:spcBef>
                <a:spcPts val="0"/>
              </a:spcBef>
              <a:buNone/>
              <a:defRPr sz="1100" baseline="0">
                <a:solidFill>
                  <a:schemeClr val="bg1"/>
                </a:solidFill>
                <a:latin typeface="+mn-lt"/>
              </a:defRPr>
            </a:lvl1pPr>
            <a:lvl2pPr>
              <a:defRPr>
                <a:latin typeface="Lato" panose="020F0502020204030203" pitchFamily="34" charset="0"/>
              </a:defRPr>
            </a:lvl2pPr>
            <a:lvl3pPr>
              <a:defRPr>
                <a:latin typeface="Lato" panose="020F0502020204030203" pitchFamily="34" charset="0"/>
              </a:defRPr>
            </a:lvl3pPr>
            <a:lvl4pPr>
              <a:defRPr>
                <a:latin typeface="Lato" panose="020F0502020204030203" pitchFamily="34" charset="0"/>
              </a:defRPr>
            </a:lvl4pPr>
            <a:lvl5pPr>
              <a:defRPr>
                <a:latin typeface="Lato" panose="020F0502020204030203" pitchFamily="34" charset="0"/>
              </a:defRPr>
            </a:lvl5pPr>
          </a:lstStyle>
          <a:p>
            <a:pPr lvl="0"/>
            <a:r>
              <a:rPr lang="fr-FR" dirty="0"/>
              <a:t>Numéro de téléphone</a:t>
            </a:r>
          </a:p>
        </p:txBody>
      </p:sp>
      <p:sp>
        <p:nvSpPr>
          <p:cNvPr id="43" name="ZoneTexte 42"/>
          <p:cNvSpPr txBox="1"/>
          <p:nvPr userDrawn="1"/>
        </p:nvSpPr>
        <p:spPr>
          <a:xfrm>
            <a:off x="2221278" y="2216318"/>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Name :</a:t>
            </a:r>
          </a:p>
        </p:txBody>
      </p:sp>
      <p:sp>
        <p:nvSpPr>
          <p:cNvPr id="44" name="ZoneTexte 43"/>
          <p:cNvSpPr txBox="1"/>
          <p:nvPr userDrawn="1"/>
        </p:nvSpPr>
        <p:spPr>
          <a:xfrm>
            <a:off x="2221278" y="2497672"/>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Email :</a:t>
            </a:r>
          </a:p>
        </p:txBody>
      </p:sp>
      <p:sp>
        <p:nvSpPr>
          <p:cNvPr id="45" name="ZoneTexte 44"/>
          <p:cNvSpPr txBox="1"/>
          <p:nvPr userDrawn="1"/>
        </p:nvSpPr>
        <p:spPr>
          <a:xfrm>
            <a:off x="2221278" y="2783901"/>
            <a:ext cx="720000" cy="252000"/>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0" baseline="0" dirty="0">
                <a:solidFill>
                  <a:srgbClr val="2D3637"/>
                </a:solidFill>
                <a:latin typeface="+mn-lt"/>
                <a:ea typeface="Open Sans Condensed" panose="020B0806030504020204" pitchFamily="34" charset="0"/>
                <a:cs typeface="Open Sans Condensed" panose="020B0806030504020204" pitchFamily="34" charset="0"/>
              </a:rPr>
              <a:t>Tél. :</a:t>
            </a:r>
          </a:p>
        </p:txBody>
      </p:sp>
      <p:sp>
        <p:nvSpPr>
          <p:cNvPr id="46" name="ZoneTexte 45"/>
          <p:cNvSpPr txBox="1"/>
          <p:nvPr userDrawn="1"/>
        </p:nvSpPr>
        <p:spPr>
          <a:xfrm>
            <a:off x="2941278" y="1938930"/>
            <a:ext cx="1440000" cy="244682"/>
          </a:xfrm>
          <a:prstGeom prst="rect">
            <a:avLst/>
          </a:prstGeom>
          <a:noFill/>
        </p:spPr>
        <p:txBody>
          <a:bodyPr wrap="square" rtlCol="0" anchor="ctr">
            <a:spAutoFit/>
          </a:bodyPr>
          <a:lstStyle/>
          <a:p>
            <a:pPr algn="l" defTabSz="914400" rtl="0" eaLnBrk="1" latinLnBrk="0" hangingPunct="1">
              <a:lnSpc>
                <a:spcPct val="90000"/>
              </a:lnSpc>
              <a:spcBef>
                <a:spcPct val="0"/>
              </a:spcBef>
              <a:buNone/>
            </a:pPr>
            <a:r>
              <a:rPr lang="fr-FR" sz="1100" b="1" kern="1200" cap="none" spc="100" baseline="0" dirty="0">
                <a:solidFill>
                  <a:schemeClr val="bg1"/>
                </a:solidFill>
                <a:latin typeface="+mn-lt"/>
                <a:ea typeface="Open Sans Condensed" panose="020B0806030504020204" pitchFamily="34" charset="0"/>
                <a:cs typeface="Open Sans Condensed" panose="020B0806030504020204" pitchFamily="34" charset="0"/>
              </a:rPr>
              <a:t>Administrative</a:t>
            </a:r>
          </a:p>
        </p:txBody>
      </p:sp>
      <p:sp>
        <p:nvSpPr>
          <p:cNvPr id="55" name="ZoneTexte 54"/>
          <p:cNvSpPr txBox="1"/>
          <p:nvPr userDrawn="1"/>
        </p:nvSpPr>
        <p:spPr>
          <a:xfrm rot="16200000">
            <a:off x="-308250" y="1453836"/>
            <a:ext cx="3600000" cy="1588127"/>
          </a:xfrm>
          <a:prstGeom prst="rect">
            <a:avLst/>
          </a:prstGeom>
          <a:noFill/>
        </p:spPr>
        <p:txBody>
          <a:bodyPr wrap="square" rtlCol="0">
            <a:spAutoFit/>
          </a:bodyPr>
          <a:lstStyle/>
          <a:p>
            <a:pPr algn="r" defTabSz="914400" rtl="0" eaLnBrk="1" latinLnBrk="0" hangingPunct="1">
              <a:lnSpc>
                <a:spcPct val="90000"/>
              </a:lnSpc>
              <a:spcBef>
                <a:spcPct val="0"/>
              </a:spcBef>
              <a:buNone/>
            </a:pPr>
            <a:r>
              <a:rPr lang="fr-FR" sz="3600" kern="1200" cap="all" spc="620" baseline="0" dirty="0" err="1">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Alphee</a:t>
            </a:r>
            <a:br>
              <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br>
            <a:r>
              <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rPr>
              <a:t>Contacts</a:t>
            </a:r>
          </a:p>
          <a:p>
            <a:pPr algn="r" defTabSz="914400" rtl="0" eaLnBrk="1" latinLnBrk="0" hangingPunct="1">
              <a:lnSpc>
                <a:spcPct val="90000"/>
              </a:lnSpc>
              <a:spcBef>
                <a:spcPct val="0"/>
              </a:spcBef>
              <a:buNone/>
            </a:pPr>
            <a:endParaRPr lang="fr-FR" sz="3600" kern="1200" cap="all" spc="620" baseline="0" dirty="0">
              <a:solidFill>
                <a:schemeClr val="bg1"/>
              </a:solidFill>
              <a:latin typeface="Open Sans Condensed" panose="020B0806030504020204" pitchFamily="34" charset="0"/>
              <a:ea typeface="Open Sans Condensed" panose="020B0806030504020204" pitchFamily="34" charset="0"/>
              <a:cs typeface="Open Sans Condensed" panose="020B0806030504020204" pitchFamily="34" charset="0"/>
            </a:endParaRPr>
          </a:p>
        </p:txBody>
      </p:sp>
      <p:cxnSp>
        <p:nvCxnSpPr>
          <p:cNvPr id="47" name="Connecteur droit 46">
            <a:extLst>
              <a:ext uri="{FF2B5EF4-FFF2-40B4-BE49-F238E27FC236}">
                <a16:creationId xmlns:a16="http://schemas.microsoft.com/office/drawing/2014/main" id="{9045F452-9B77-4D77-A0A8-86E34B25F48A}"/>
              </a:ext>
            </a:extLst>
          </p:cNvPr>
          <p:cNvCxnSpPr/>
          <p:nvPr userDrawn="1"/>
        </p:nvCxnSpPr>
        <p:spPr>
          <a:xfrm>
            <a:off x="1146000" y="5269470"/>
            <a:ext cx="9900000" cy="0"/>
          </a:xfrm>
          <a:prstGeom prst="line">
            <a:avLst/>
          </a:prstGeom>
          <a:ln>
            <a:solidFill>
              <a:srgbClr val="2D3637"/>
            </a:solidFill>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484E7093-EC0D-447C-A2C9-D5157A95788A}"/>
              </a:ext>
            </a:extLst>
          </p:cNvPr>
          <p:cNvSpPr/>
          <p:nvPr userDrawn="1"/>
        </p:nvSpPr>
        <p:spPr>
          <a:xfrm>
            <a:off x="2247750" y="4943699"/>
            <a:ext cx="648000" cy="647700"/>
          </a:xfrm>
          <a:prstGeom prst="ellipse">
            <a:avLst/>
          </a:prstGeom>
          <a:solidFill>
            <a:srgbClr val="A0B8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49" name="Ellipse 48">
            <a:extLst>
              <a:ext uri="{FF2B5EF4-FFF2-40B4-BE49-F238E27FC236}">
                <a16:creationId xmlns:a16="http://schemas.microsoft.com/office/drawing/2014/main" id="{3FF0A483-0130-47DF-B5C2-ECD68BE48018}"/>
              </a:ext>
            </a:extLst>
          </p:cNvPr>
          <p:cNvSpPr/>
          <p:nvPr userDrawn="1"/>
        </p:nvSpPr>
        <p:spPr>
          <a:xfrm>
            <a:off x="5772000" y="4943699"/>
            <a:ext cx="648000" cy="647700"/>
          </a:xfrm>
          <a:prstGeom prst="ellipse">
            <a:avLst/>
          </a:prstGeom>
          <a:solidFill>
            <a:srgbClr val="FE37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cap="all" dirty="0">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50" name="Ellipse 49">
            <a:extLst>
              <a:ext uri="{FF2B5EF4-FFF2-40B4-BE49-F238E27FC236}">
                <a16:creationId xmlns:a16="http://schemas.microsoft.com/office/drawing/2014/main" id="{B81806F4-3991-4770-99D3-28F146469F91}"/>
              </a:ext>
            </a:extLst>
          </p:cNvPr>
          <p:cNvSpPr/>
          <p:nvPr userDrawn="1"/>
        </p:nvSpPr>
        <p:spPr>
          <a:xfrm>
            <a:off x="9296250" y="4943699"/>
            <a:ext cx="648000" cy="647700"/>
          </a:xfrm>
          <a:prstGeom prst="ellipse">
            <a:avLst/>
          </a:prstGeom>
          <a:solidFill>
            <a:srgbClr val="2F5597"/>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sz="2000" cap="all" dirty="0">
              <a:solidFill>
                <a:srgbClr val="FE373C"/>
              </a:solidFill>
              <a:latin typeface="Lato" panose="020F0502020204030203" pitchFamily="34" charset="0"/>
              <a:ea typeface="Open Sans Condensed" panose="020B0806030504020204" pitchFamily="34" charset="0"/>
              <a:cs typeface="Open Sans Condensed" panose="020B0806030504020204" pitchFamily="34" charset="0"/>
            </a:endParaRPr>
          </a:p>
        </p:txBody>
      </p:sp>
      <p:sp>
        <p:nvSpPr>
          <p:cNvPr id="51" name="ZoneTexte 50">
            <a:extLst>
              <a:ext uri="{FF2B5EF4-FFF2-40B4-BE49-F238E27FC236}">
                <a16:creationId xmlns:a16="http://schemas.microsoft.com/office/drawing/2014/main" id="{3C7631B7-1F8A-4E94-8478-23DE5405E366}"/>
              </a:ext>
            </a:extLst>
          </p:cNvPr>
          <p:cNvSpPr txBox="1"/>
          <p:nvPr userDrawn="1"/>
        </p:nvSpPr>
        <p:spPr>
          <a:xfrm>
            <a:off x="149175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t>Technical</a:t>
            </a:r>
            <a:br>
              <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A0B800"/>
                </a:solidFill>
                <a:latin typeface="+mn-lt"/>
                <a:ea typeface="Open Sans Condensed" panose="020B0806030504020204" pitchFamily="34" charset="0"/>
                <a:cs typeface="Open Sans Condensed" panose="020B0806030504020204" pitchFamily="34" charset="0"/>
              </a:rPr>
              <a:t>proposal</a:t>
            </a:r>
            <a:endParaRPr lang="fr-FR" sz="1200" b="0" kern="1200" cap="all" spc="100" baseline="0" dirty="0">
              <a:solidFill>
                <a:srgbClr val="A0B800"/>
              </a:solidFill>
              <a:latin typeface="+mn-lt"/>
              <a:ea typeface="Open Sans Condensed" panose="020B0806030504020204" pitchFamily="34" charset="0"/>
              <a:cs typeface="Open Sans Condensed" panose="020B0806030504020204" pitchFamily="34" charset="0"/>
            </a:endParaRPr>
          </a:p>
        </p:txBody>
      </p:sp>
      <p:sp>
        <p:nvSpPr>
          <p:cNvPr id="52" name="ZoneTexte 51">
            <a:extLst>
              <a:ext uri="{FF2B5EF4-FFF2-40B4-BE49-F238E27FC236}">
                <a16:creationId xmlns:a16="http://schemas.microsoft.com/office/drawing/2014/main" id="{F6A0A07F-C64F-4A5C-A512-F8C72066FC31}"/>
              </a:ext>
            </a:extLst>
          </p:cNvPr>
          <p:cNvSpPr txBox="1"/>
          <p:nvPr userDrawn="1"/>
        </p:nvSpPr>
        <p:spPr>
          <a:xfrm>
            <a:off x="5016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rPr>
              <a:t>Project</a:t>
            </a:r>
            <a:br>
              <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rPr>
            </a:br>
            <a:r>
              <a:rPr lang="fr-FR" sz="1200" b="0" kern="1200" cap="all" spc="100" baseline="0" dirty="0" err="1">
                <a:solidFill>
                  <a:srgbClr val="FE373C"/>
                </a:solidFill>
                <a:latin typeface="+mn-lt"/>
                <a:ea typeface="Open Sans Condensed" panose="020B0806030504020204" pitchFamily="34" charset="0"/>
                <a:cs typeface="Open Sans Condensed" panose="020B0806030504020204" pitchFamily="34" charset="0"/>
              </a:rPr>
              <a:t>features</a:t>
            </a:r>
            <a:endParaRPr lang="fr-FR" sz="1200" b="0" kern="1200" cap="all" spc="100" baseline="0" dirty="0">
              <a:solidFill>
                <a:srgbClr val="FE373C"/>
              </a:solidFill>
              <a:latin typeface="+mn-lt"/>
              <a:ea typeface="Open Sans Condensed" panose="020B0806030504020204" pitchFamily="34" charset="0"/>
              <a:cs typeface="Open Sans Condensed" panose="020B0806030504020204" pitchFamily="34" charset="0"/>
            </a:endParaRPr>
          </a:p>
        </p:txBody>
      </p:sp>
      <p:sp>
        <p:nvSpPr>
          <p:cNvPr id="53" name="ZoneTexte 52">
            <a:extLst>
              <a:ext uri="{FF2B5EF4-FFF2-40B4-BE49-F238E27FC236}">
                <a16:creationId xmlns:a16="http://schemas.microsoft.com/office/drawing/2014/main" id="{6B324C9F-5FBD-4AE1-9E81-A6139C9F8573}"/>
              </a:ext>
            </a:extLst>
          </p:cNvPr>
          <p:cNvSpPr txBox="1"/>
          <p:nvPr userDrawn="1"/>
        </p:nvSpPr>
        <p:spPr>
          <a:xfrm>
            <a:off x="8538000" y="5834068"/>
            <a:ext cx="2160000" cy="4247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rPr>
              <a:t>Commercial</a:t>
            </a:r>
            <a:br>
              <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rPr>
            </a:br>
            <a:r>
              <a:rPr lang="fr-FR" sz="1200" b="1" kern="1200" cap="all" spc="100" baseline="0" dirty="0" err="1">
                <a:solidFill>
                  <a:srgbClr val="2F5597"/>
                </a:solidFill>
                <a:latin typeface="+mn-lt"/>
                <a:ea typeface="Open Sans Condensed" panose="020B0806030504020204" pitchFamily="34" charset="0"/>
                <a:cs typeface="Open Sans Condensed" panose="020B0806030504020204" pitchFamily="34" charset="0"/>
              </a:rPr>
              <a:t>proposal</a:t>
            </a:r>
            <a:endParaRPr lang="fr-FR" sz="1200" b="1" kern="1200" cap="all" spc="100" baseline="0" dirty="0">
              <a:solidFill>
                <a:srgbClr val="2F5597"/>
              </a:solidFill>
              <a:latin typeface="+mn-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1207300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1 | TECHNIQUE GROUPE">
    <p:spTree>
      <p:nvGrpSpPr>
        <p:cNvPr id="1" name=""/>
        <p:cNvGrpSpPr/>
        <p:nvPr/>
      </p:nvGrpSpPr>
      <p:grpSpPr>
        <a:xfrm>
          <a:off x="0" y="0"/>
          <a:ext cx="0" cy="0"/>
          <a:chOff x="0" y="0"/>
          <a:chExt cx="0" cy="0"/>
        </a:xfrm>
      </p:grpSpPr>
      <p:sp>
        <p:nvSpPr>
          <p:cNvPr id="11" name="ZoneTexte 10"/>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rPr>
              <a:t>Technical </a:t>
            </a:r>
            <a:r>
              <a:rPr lang="fr-FR" sz="1400" b="0" kern="1200" cap="all" spc="200" baseline="0" dirty="0" err="1">
                <a:solidFill>
                  <a:srgbClr val="A0B800"/>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endParaRPr>
          </a:p>
        </p:txBody>
      </p:sp>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A0B800"/>
            </a:solidFill>
          </a:ln>
        </p:spPr>
        <p:style>
          <a:lnRef idx="1">
            <a:schemeClr val="accent1"/>
          </a:lnRef>
          <a:fillRef idx="0">
            <a:schemeClr val="accent1"/>
          </a:fillRef>
          <a:effectRef idx="0">
            <a:schemeClr val="accent1"/>
          </a:effectRef>
          <a:fontRef idx="minor">
            <a:schemeClr val="tx1"/>
          </a:fontRef>
        </p:style>
      </p:cxn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48"/>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4" name="Imag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142"/>
            <a:ext cx="2506622" cy="323717"/>
          </a:xfrm>
          <a:prstGeom prst="rect">
            <a:avLst/>
          </a:prstGeom>
        </p:spPr>
      </p:pic>
      <p:sp>
        <p:nvSpPr>
          <p:cNvPr id="10" name="Espace réservé de la date 3"/>
          <p:cNvSpPr txBox="1">
            <a:spLocks/>
          </p:cNvSpPr>
          <p:nvPr userDrawn="1"/>
        </p:nvSpPr>
        <p:spPr>
          <a:xfrm>
            <a:off x="838200" y="6356349"/>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3A11A7F2-CF64-4A2B-87B4-20A3F654A2FB}" type="datetime1">
              <a:rPr lang="fr-FR" sz="1200" smtClean="0">
                <a:solidFill>
                  <a:srgbClr val="2D3637"/>
                </a:solidFill>
              </a:rPr>
              <a:pPr algn="l"/>
              <a:t>07/01/2022</a:t>
            </a:fld>
            <a:endParaRPr lang="fr-FR" sz="1200" dirty="0">
              <a:solidFill>
                <a:srgbClr val="2D3637"/>
              </a:solidFill>
            </a:endParaRPr>
          </a:p>
        </p:txBody>
      </p:sp>
    </p:spTree>
    <p:extLst>
      <p:ext uri="{BB962C8B-B14F-4D97-AF65-F5344CB8AC3E}">
        <p14:creationId xmlns:p14="http://schemas.microsoft.com/office/powerpoint/2010/main" val="4192609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1 | TECHNIQUE ALPHEE ERCTEEL">
    <p:spTree>
      <p:nvGrpSpPr>
        <p:cNvPr id="1" name=""/>
        <p:cNvGrpSpPr/>
        <p:nvPr/>
      </p:nvGrpSpPr>
      <p:grpSpPr>
        <a:xfrm>
          <a:off x="0" y="0"/>
          <a:ext cx="0" cy="0"/>
          <a:chOff x="0" y="0"/>
          <a:chExt cx="0" cy="0"/>
        </a:xfrm>
      </p:grpSpPr>
      <p:pic>
        <p:nvPicPr>
          <p:cNvPr id="3" name="Imag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6004" y="504000"/>
            <a:ext cx="2697796" cy="324000"/>
          </a:xfrm>
          <a:prstGeom prst="rect">
            <a:avLst/>
          </a:prstGeom>
        </p:spPr>
      </p:pic>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A0B800"/>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4"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10" name="ZoneTexte 9">
            <a:extLst>
              <a:ext uri="{FF2B5EF4-FFF2-40B4-BE49-F238E27FC236}">
                <a16:creationId xmlns:a16="http://schemas.microsoft.com/office/drawing/2014/main" id="{48DDED87-454E-47AB-B07D-4FCE514FAD7E}"/>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rPr>
              <a:t>Technical </a:t>
            </a:r>
            <a:r>
              <a:rPr lang="fr-FR" sz="1400" b="0" kern="1200" cap="all" spc="200" baseline="0" dirty="0" err="1">
                <a:solidFill>
                  <a:srgbClr val="A0B800"/>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156222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1 | TECHNIQUE ALPHEE">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A0B800"/>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9" name="ZoneTexte 8">
            <a:extLst>
              <a:ext uri="{FF2B5EF4-FFF2-40B4-BE49-F238E27FC236}">
                <a16:creationId xmlns:a16="http://schemas.microsoft.com/office/drawing/2014/main" id="{D3FD071F-97E1-45EB-B2E9-6A11E27FAC5A}"/>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rPr>
              <a:t>Technical </a:t>
            </a:r>
            <a:r>
              <a:rPr lang="fr-FR" sz="1400" b="0" kern="1200" cap="all" spc="200" baseline="0" dirty="0" err="1">
                <a:solidFill>
                  <a:srgbClr val="A0B800"/>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A0B800"/>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369383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2 | PROJET GROUPE">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FE373C"/>
            </a:solidFill>
          </a:ln>
        </p:spPr>
        <p:style>
          <a:lnRef idx="1">
            <a:schemeClr val="accent1"/>
          </a:lnRef>
          <a:fillRef idx="0">
            <a:schemeClr val="accent1"/>
          </a:fillRef>
          <a:effectRef idx="0">
            <a:schemeClr val="accent1"/>
          </a:effectRef>
          <a:fontRef idx="minor">
            <a:schemeClr val="tx1"/>
          </a:fontRef>
        </p:style>
      </p:cxn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141"/>
            <a:ext cx="2506622" cy="323717"/>
          </a:xfrm>
          <a:prstGeom prst="rect">
            <a:avLst/>
          </a:prstGeom>
        </p:spPr>
      </p:pic>
      <p:sp>
        <p:nvSpPr>
          <p:cNvPr id="9" name="ZoneTexte 8"/>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rPr>
              <a:t>Project </a:t>
            </a:r>
            <a:r>
              <a:rPr lang="fr-FR" sz="1400" b="0" kern="1200" cap="all" spc="200" baseline="0" dirty="0" err="1">
                <a:solidFill>
                  <a:srgbClr val="FE373C"/>
                </a:solidFill>
                <a:latin typeface="+mj-lt"/>
                <a:ea typeface="Open Sans Condensed" panose="020B0806030504020204" pitchFamily="34" charset="0"/>
                <a:cs typeface="Open Sans Condensed" panose="020B0806030504020204" pitchFamily="34" charset="0"/>
              </a:rPr>
              <a:t>features</a:t>
            </a:r>
            <a:endPar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endParaRPr>
          </a:p>
        </p:txBody>
      </p:sp>
      <p:sp>
        <p:nvSpPr>
          <p:cNvPr id="12" name="Espace réservé du pied de page 4">
            <a:extLst>
              <a:ext uri="{FF2B5EF4-FFF2-40B4-BE49-F238E27FC236}">
                <a16:creationId xmlns:a16="http://schemas.microsoft.com/office/drawing/2014/main" id="{32FB0066-87AF-4E1C-B910-7250D9DC97B7}"/>
              </a:ext>
            </a:extLst>
          </p:cNvPr>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a:extLst>
              <a:ext uri="{FF2B5EF4-FFF2-40B4-BE49-F238E27FC236}">
                <a16:creationId xmlns:a16="http://schemas.microsoft.com/office/drawing/2014/main" id="{30C6A8E6-FB27-43DF-A86C-360F8BDEA3F6}"/>
              </a:ext>
            </a:extLst>
          </p:cNvPr>
          <p:cNvSpPr txBox="1">
            <a:spLocks/>
          </p:cNvSpPr>
          <p:nvPr userDrawn="1"/>
        </p:nvSpPr>
        <p:spPr>
          <a:xfrm>
            <a:off x="10273800" y="6356348"/>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sp>
        <p:nvSpPr>
          <p:cNvPr id="19" name="Espace réservé de la date 3">
            <a:extLst>
              <a:ext uri="{FF2B5EF4-FFF2-40B4-BE49-F238E27FC236}">
                <a16:creationId xmlns:a16="http://schemas.microsoft.com/office/drawing/2014/main" id="{C9C49545-AADD-4AC2-A7DA-836F49A8D463}"/>
              </a:ext>
            </a:extLst>
          </p:cNvPr>
          <p:cNvSpPr txBox="1">
            <a:spLocks/>
          </p:cNvSpPr>
          <p:nvPr userDrawn="1"/>
        </p:nvSpPr>
        <p:spPr>
          <a:xfrm>
            <a:off x="838200" y="6356349"/>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3A11A7F2-CF64-4A2B-87B4-20A3F654A2FB}" type="datetime1">
              <a:rPr lang="fr-FR" sz="1200" smtClean="0">
                <a:solidFill>
                  <a:srgbClr val="2D3637"/>
                </a:solidFill>
              </a:rPr>
              <a:pPr algn="l"/>
              <a:t>07/01/2022</a:t>
            </a:fld>
            <a:endParaRPr lang="fr-FR" sz="1200" dirty="0">
              <a:solidFill>
                <a:srgbClr val="2D3637"/>
              </a:solidFill>
            </a:endParaRPr>
          </a:p>
        </p:txBody>
      </p:sp>
    </p:spTree>
    <p:extLst>
      <p:ext uri="{BB962C8B-B14F-4D97-AF65-F5344CB8AC3E}">
        <p14:creationId xmlns:p14="http://schemas.microsoft.com/office/powerpoint/2010/main" val="219509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2 | PROJET ALPHEE ERCTEEL">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FE373C"/>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16" name="Imag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6004" y="504000"/>
            <a:ext cx="2697796" cy="324000"/>
          </a:xfrm>
          <a:prstGeom prst="rect">
            <a:avLst/>
          </a:prstGeom>
        </p:spPr>
      </p:pic>
      <p:pic>
        <p:nvPicPr>
          <p:cNvPr id="18" name="Imag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10" name="ZoneTexte 9">
            <a:extLst>
              <a:ext uri="{FF2B5EF4-FFF2-40B4-BE49-F238E27FC236}">
                <a16:creationId xmlns:a16="http://schemas.microsoft.com/office/drawing/2014/main" id="{AFD1FBCA-4799-4E0F-ABF0-00E1C2375555}"/>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rPr>
              <a:t>Project </a:t>
            </a:r>
            <a:r>
              <a:rPr lang="fr-FR" sz="1400" b="0" kern="1200" cap="all" spc="200" baseline="0" dirty="0" err="1">
                <a:solidFill>
                  <a:srgbClr val="FE373C"/>
                </a:solidFill>
                <a:latin typeface="+mj-lt"/>
                <a:ea typeface="Open Sans Condensed" panose="020B0806030504020204" pitchFamily="34" charset="0"/>
                <a:cs typeface="Open Sans Condensed" panose="020B0806030504020204" pitchFamily="34" charset="0"/>
              </a:rPr>
              <a:t>features</a:t>
            </a:r>
            <a:endPar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544109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2 | PROJET ALPHEE">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rgbClr val="FE373C"/>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4" name="Imag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9" name="ZoneTexte 8">
            <a:extLst>
              <a:ext uri="{FF2B5EF4-FFF2-40B4-BE49-F238E27FC236}">
                <a16:creationId xmlns:a16="http://schemas.microsoft.com/office/drawing/2014/main" id="{606C7D47-DCF7-4F3C-80CC-CF9613A135D2}"/>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rPr>
              <a:t>Project </a:t>
            </a:r>
            <a:r>
              <a:rPr lang="fr-FR" sz="1400" b="0" kern="1200" cap="all" spc="200" baseline="0" dirty="0" err="1">
                <a:solidFill>
                  <a:srgbClr val="FE373C"/>
                </a:solidFill>
                <a:latin typeface="+mj-lt"/>
                <a:ea typeface="Open Sans Condensed" panose="020B0806030504020204" pitchFamily="34" charset="0"/>
                <a:cs typeface="Open Sans Condensed" panose="020B0806030504020204" pitchFamily="34" charset="0"/>
              </a:rPr>
              <a:t>features</a:t>
            </a:r>
            <a:endParaRPr lang="fr-FR" sz="1400" b="0" kern="1200" cap="all" spc="200" baseline="0" dirty="0">
              <a:solidFill>
                <a:srgbClr val="FE373C"/>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2746443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3 | COMMERCIALE GROUPE">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141"/>
            <a:ext cx="2506622" cy="323717"/>
          </a:xfrm>
          <a:prstGeom prst="rect">
            <a:avLst/>
          </a:prstGeom>
        </p:spPr>
      </p:pic>
      <p:sp>
        <p:nvSpPr>
          <p:cNvPr id="9" name="ZoneTexte 8"/>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rPr>
              <a:t>Commercial </a:t>
            </a:r>
            <a:r>
              <a:rPr lang="fr-FR" sz="1400" b="0" kern="1200" cap="all" spc="200" baseline="0" dirty="0" err="1">
                <a:solidFill>
                  <a:srgbClr val="2F5597"/>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endParaRPr>
          </a:p>
        </p:txBody>
      </p:sp>
      <p:sp>
        <p:nvSpPr>
          <p:cNvPr id="12" name="Espace réservé du pied de page 4">
            <a:extLst>
              <a:ext uri="{FF2B5EF4-FFF2-40B4-BE49-F238E27FC236}">
                <a16:creationId xmlns:a16="http://schemas.microsoft.com/office/drawing/2014/main" id="{61516DE1-9AF5-4AE9-AE33-359185FE1526}"/>
              </a:ext>
            </a:extLst>
          </p:cNvPr>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a:extLst>
              <a:ext uri="{FF2B5EF4-FFF2-40B4-BE49-F238E27FC236}">
                <a16:creationId xmlns:a16="http://schemas.microsoft.com/office/drawing/2014/main" id="{C36D64E9-39A9-4DA4-AE62-437C6E4F8351}"/>
              </a:ext>
            </a:extLst>
          </p:cNvPr>
          <p:cNvSpPr txBox="1">
            <a:spLocks/>
          </p:cNvSpPr>
          <p:nvPr userDrawn="1"/>
        </p:nvSpPr>
        <p:spPr>
          <a:xfrm>
            <a:off x="10273800" y="6356348"/>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sp>
        <p:nvSpPr>
          <p:cNvPr id="19" name="Espace réservé de la date 3">
            <a:extLst>
              <a:ext uri="{FF2B5EF4-FFF2-40B4-BE49-F238E27FC236}">
                <a16:creationId xmlns:a16="http://schemas.microsoft.com/office/drawing/2014/main" id="{6BCDD369-54E1-4578-B116-EE5CE032C137}"/>
              </a:ext>
            </a:extLst>
          </p:cNvPr>
          <p:cNvSpPr txBox="1">
            <a:spLocks/>
          </p:cNvSpPr>
          <p:nvPr userDrawn="1"/>
        </p:nvSpPr>
        <p:spPr>
          <a:xfrm>
            <a:off x="838200" y="6356349"/>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3A11A7F2-CF64-4A2B-87B4-20A3F654A2FB}" type="datetime1">
              <a:rPr lang="fr-FR" sz="1200" smtClean="0">
                <a:solidFill>
                  <a:srgbClr val="2D3637"/>
                </a:solidFill>
              </a:rPr>
              <a:pPr algn="l"/>
              <a:t>07/01/2022</a:t>
            </a:fld>
            <a:endParaRPr lang="fr-FR" sz="1200" dirty="0">
              <a:solidFill>
                <a:srgbClr val="2D3637"/>
              </a:solidFill>
            </a:endParaRPr>
          </a:p>
        </p:txBody>
      </p:sp>
    </p:spTree>
    <p:extLst>
      <p:ext uri="{BB962C8B-B14F-4D97-AF65-F5344CB8AC3E}">
        <p14:creationId xmlns:p14="http://schemas.microsoft.com/office/powerpoint/2010/main" val="3384924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3 | COMMERCIALE ALPHEE ERCTEEL">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16" name="Imag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6004" y="504000"/>
            <a:ext cx="2697796" cy="324000"/>
          </a:xfrm>
          <a:prstGeom prst="rect">
            <a:avLst/>
          </a:prstGeom>
        </p:spPr>
      </p:pic>
      <p:pic>
        <p:nvPicPr>
          <p:cNvPr id="18" name="Imag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10" name="ZoneTexte 9">
            <a:extLst>
              <a:ext uri="{FF2B5EF4-FFF2-40B4-BE49-F238E27FC236}">
                <a16:creationId xmlns:a16="http://schemas.microsoft.com/office/drawing/2014/main" id="{F26FD8FE-F1D1-42F0-8688-450B3635674C}"/>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rPr>
              <a:t>Commercial </a:t>
            </a:r>
            <a:r>
              <a:rPr lang="fr-FR" sz="1400" b="0" kern="1200" cap="all" spc="200" baseline="0" dirty="0" err="1">
                <a:solidFill>
                  <a:srgbClr val="2F5597"/>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2889709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3 | COMMERCIALE ALPHEE">
    <p:spTree>
      <p:nvGrpSpPr>
        <p:cNvPr id="1" name=""/>
        <p:cNvGrpSpPr/>
        <p:nvPr/>
      </p:nvGrpSpPr>
      <p:grpSpPr>
        <a:xfrm>
          <a:off x="0" y="0"/>
          <a:ext cx="0" cy="0"/>
          <a:chOff x="0" y="0"/>
          <a:chExt cx="0" cy="0"/>
        </a:xfrm>
      </p:grpSpPr>
      <p:sp>
        <p:nvSpPr>
          <p:cNvPr id="17" name="Espace réservé du texte 16"/>
          <p:cNvSpPr>
            <a:spLocks noGrp="1"/>
          </p:cNvSpPr>
          <p:nvPr>
            <p:ph type="body" sz="quarter" idx="13" hasCustomPrompt="1"/>
          </p:nvPr>
        </p:nvSpPr>
        <p:spPr>
          <a:xfrm>
            <a:off x="838200" y="936000"/>
            <a:ext cx="10515600" cy="460800"/>
          </a:xfrm>
          <a:prstGeom prst="rect">
            <a:avLst/>
          </a:prstGeom>
        </p:spPr>
        <p:txBody>
          <a:bodyPr>
            <a:noAutofit/>
          </a:bodyPr>
          <a:lstStyle>
            <a:lvl1pPr marL="0" indent="0" algn="ctr">
              <a:lnSpc>
                <a:spcPct val="100000"/>
              </a:lnSpc>
              <a:spcBef>
                <a:spcPts val="0"/>
              </a:spcBef>
              <a:buNone/>
              <a:defRPr sz="2400">
                <a:solidFill>
                  <a:srgbClr val="2D3637"/>
                </a:solidFill>
                <a:latin typeface="Open Sans Condensed" panose="020B0806030504020204" pitchFamily="34" charset="0"/>
                <a:ea typeface="Open Sans Condensed" panose="020B0806030504020204" pitchFamily="34" charset="0"/>
                <a:cs typeface="Open Sans Condensed" panose="020B0806030504020204" pitchFamily="34" charset="0"/>
              </a:defRPr>
            </a:lvl1pPr>
            <a:lvl2pPr>
              <a:defRPr sz="3200">
                <a:latin typeface="Open Sans Condensed" panose="020B0806030504020204" pitchFamily="34" charset="0"/>
                <a:ea typeface="Open Sans Condensed" panose="020B0806030504020204" pitchFamily="34" charset="0"/>
                <a:cs typeface="Open Sans Condensed" panose="020B0806030504020204" pitchFamily="34" charset="0"/>
              </a:defRPr>
            </a:lvl2pPr>
            <a:lvl3pPr>
              <a:defRPr sz="2800">
                <a:latin typeface="Open Sans Condensed" panose="020B0806030504020204" pitchFamily="34" charset="0"/>
                <a:ea typeface="Open Sans Condensed" panose="020B0806030504020204" pitchFamily="34" charset="0"/>
                <a:cs typeface="Open Sans Condensed" panose="020B0806030504020204" pitchFamily="34" charset="0"/>
              </a:defRPr>
            </a:lvl3pPr>
            <a:lvl4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4pPr>
            <a:lvl5pPr>
              <a:defRPr sz="2400">
                <a:latin typeface="Open Sans Condensed" panose="020B0806030504020204" pitchFamily="34" charset="0"/>
                <a:ea typeface="Open Sans Condensed" panose="020B0806030504020204" pitchFamily="34" charset="0"/>
                <a:cs typeface="Open Sans Condensed" panose="020B0806030504020204" pitchFamily="34" charset="0"/>
              </a:defRPr>
            </a:lvl5pPr>
          </a:lstStyle>
          <a:p>
            <a:pPr lvl="0"/>
            <a:r>
              <a:rPr lang="fr-FR" dirty="0"/>
              <a:t>Sous-titre</a:t>
            </a:r>
          </a:p>
        </p:txBody>
      </p:sp>
      <p:cxnSp>
        <p:nvCxnSpPr>
          <p:cNvPr id="13" name="Connecteur droit 12"/>
          <p:cNvCxnSpPr/>
          <p:nvPr userDrawn="1"/>
        </p:nvCxnSpPr>
        <p:spPr>
          <a:xfrm>
            <a:off x="5810250" y="876250"/>
            <a:ext cx="5715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2" name="Espace réservé de la date 3"/>
          <p:cNvSpPr txBox="1">
            <a:spLocks/>
          </p:cNvSpPr>
          <p:nvPr userDrawn="1"/>
        </p:nvSpPr>
        <p:spPr>
          <a:xfrm>
            <a:off x="8382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11A7F2-CF64-4A2B-87B4-20A3F654A2FB}" type="datetime1">
              <a:rPr lang="fr-FR" sz="1200" smtClean="0">
                <a:solidFill>
                  <a:srgbClr val="2D3637"/>
                </a:solidFill>
              </a:rPr>
              <a:pPr/>
              <a:t>07/01/2022</a:t>
            </a:fld>
            <a:endParaRPr lang="fr-FR" sz="1200" dirty="0">
              <a:solidFill>
                <a:srgbClr val="2D3637"/>
              </a:solidFill>
            </a:endParaRPr>
          </a:p>
        </p:txBody>
      </p:sp>
      <p:sp>
        <p:nvSpPr>
          <p:cNvPr id="14" name="Espace réservé du pied de page 4"/>
          <p:cNvSpPr txBox="1">
            <a:spLocks/>
          </p:cNvSpPr>
          <p:nvPr userDrawn="1"/>
        </p:nvSpPr>
        <p:spPr>
          <a:xfrm>
            <a:off x="2172000" y="6356350"/>
            <a:ext cx="7848000" cy="365125"/>
          </a:xfrm>
          <a:prstGeom prst="rect">
            <a:avLst/>
          </a:prstGeom>
        </p:spPr>
        <p:txBody>
          <a:bodyPr anchor="ctr"/>
          <a:lstStyle>
            <a:defPPr>
              <a:defRPr lang="fr-FR"/>
            </a:defPPr>
            <a:lvl1pPr marL="0" algn="l" defTabSz="914400" rtl="0" eaLnBrk="1" latinLnBrk="0" hangingPunct="1">
              <a:defRPr sz="18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kern="1200" cap="none" normalizeH="0" baseline="0" dirty="0">
                <a:ln>
                  <a:noFill/>
                </a:ln>
                <a:solidFill>
                  <a:schemeClr val="bg1">
                    <a:lumMod val="75000"/>
                  </a:schemeClr>
                </a:solidFill>
                <a:effectLst/>
                <a:latin typeface="+mn-lt"/>
                <a:ea typeface="+mn-ea"/>
                <a:cs typeface="+mn-cs"/>
              </a:rPr>
              <a:t>This document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the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property</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of the ALPHEE group. It can not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be</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reproduced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or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communicated</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without</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its</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r>
              <a:rPr kumimoji="0" lang="fr-FR" altLang="fr-FR" sz="1200" b="0" i="0" u="none" strike="noStrike" kern="1200" cap="none" normalizeH="0" baseline="0" dirty="0" err="1">
                <a:ln>
                  <a:noFill/>
                </a:ln>
                <a:solidFill>
                  <a:schemeClr val="bg1">
                    <a:lumMod val="75000"/>
                  </a:schemeClr>
                </a:solidFill>
                <a:effectLst/>
                <a:latin typeface="+mn-lt"/>
                <a:ea typeface="+mn-ea"/>
                <a:cs typeface="+mn-cs"/>
              </a:rPr>
              <a:t>authorization</a:t>
            </a:r>
            <a:r>
              <a:rPr kumimoji="0" lang="fr-FR" altLang="fr-FR" sz="1200" b="0" i="0" u="none" strike="noStrike" kern="1200" cap="none" normalizeH="0" baseline="0" dirty="0">
                <a:ln>
                  <a:noFill/>
                </a:ln>
                <a:solidFill>
                  <a:schemeClr val="bg1">
                    <a:lumMod val="75000"/>
                  </a:schemeClr>
                </a:solidFill>
                <a:effectLst/>
                <a:latin typeface="+mn-lt"/>
                <a:ea typeface="+mn-ea"/>
                <a:cs typeface="+mn-cs"/>
              </a:rPr>
              <a:t>. </a:t>
            </a:r>
          </a:p>
        </p:txBody>
      </p:sp>
      <p:sp>
        <p:nvSpPr>
          <p:cNvPr id="15" name="Espace réservé du numéro de diapositive 5"/>
          <p:cNvSpPr txBox="1">
            <a:spLocks/>
          </p:cNvSpPr>
          <p:nvPr userDrawn="1"/>
        </p:nvSpPr>
        <p:spPr>
          <a:xfrm>
            <a:off x="10273800" y="6356350"/>
            <a:ext cx="1080000" cy="365125"/>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E2FCB60-7506-4906-A32A-F490F299521C}" type="slidenum">
              <a:rPr lang="fr-FR" sz="1200" smtClean="0">
                <a:solidFill>
                  <a:srgbClr val="2D3637"/>
                </a:solidFill>
              </a:rPr>
              <a:pPr algn="r"/>
              <a:t>‹N°›</a:t>
            </a:fld>
            <a:endParaRPr lang="fr-FR" sz="1200" dirty="0">
              <a:solidFill>
                <a:srgbClr val="2D3637"/>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8200" y="504000"/>
            <a:ext cx="2506622" cy="324000"/>
          </a:xfrm>
          <a:prstGeom prst="rect">
            <a:avLst/>
          </a:prstGeom>
        </p:spPr>
      </p:pic>
      <p:sp>
        <p:nvSpPr>
          <p:cNvPr id="9" name="ZoneTexte 8">
            <a:extLst>
              <a:ext uri="{FF2B5EF4-FFF2-40B4-BE49-F238E27FC236}">
                <a16:creationId xmlns:a16="http://schemas.microsoft.com/office/drawing/2014/main" id="{7EE5FD9B-AA3D-467F-9901-15BC31F85F13}"/>
              </a:ext>
            </a:extLst>
          </p:cNvPr>
          <p:cNvSpPr txBox="1"/>
          <p:nvPr userDrawn="1"/>
        </p:nvSpPr>
        <p:spPr>
          <a:xfrm>
            <a:off x="838200" y="514772"/>
            <a:ext cx="10515600" cy="286232"/>
          </a:xfrm>
          <a:prstGeom prst="rect">
            <a:avLst/>
          </a:prstGeom>
          <a:noFill/>
        </p:spPr>
        <p:txBody>
          <a:bodyPr wrap="square" rtlCol="0" anchor="ctr">
            <a:spAutoFit/>
          </a:bodyPr>
          <a:lstStyle/>
          <a:p>
            <a:pPr algn="ctr" defTabSz="914400" rtl="0" eaLnBrk="1" latinLnBrk="0" hangingPunct="1">
              <a:lnSpc>
                <a:spcPct val="90000"/>
              </a:lnSpc>
              <a:spcBef>
                <a:spcPct val="0"/>
              </a:spcBef>
              <a:buNone/>
            </a:pPr>
            <a:r>
              <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rPr>
              <a:t>Commercial </a:t>
            </a:r>
            <a:r>
              <a:rPr lang="fr-FR" sz="1400" b="0" kern="1200" cap="all" spc="200" baseline="0" dirty="0" err="1">
                <a:solidFill>
                  <a:srgbClr val="2F5597"/>
                </a:solidFill>
                <a:latin typeface="+mj-lt"/>
                <a:ea typeface="Open Sans Condensed" panose="020B0806030504020204" pitchFamily="34" charset="0"/>
                <a:cs typeface="Open Sans Condensed" panose="020B0806030504020204" pitchFamily="34" charset="0"/>
              </a:rPr>
              <a:t>Proposal</a:t>
            </a:r>
            <a:endParaRPr lang="fr-FR" sz="1400" b="0" kern="1200" cap="all" spc="200" baseline="0" dirty="0">
              <a:solidFill>
                <a:srgbClr val="2F5597"/>
              </a:solidFill>
              <a:latin typeface="+mj-lt"/>
              <a:ea typeface="Open Sans Condensed" panose="020B0806030504020204" pitchFamily="34" charset="0"/>
              <a:cs typeface="Open Sans Condensed" panose="020B0806030504020204" pitchFamily="34" charset="0"/>
            </a:endParaRPr>
          </a:p>
        </p:txBody>
      </p:sp>
    </p:spTree>
    <p:extLst>
      <p:ext uri="{BB962C8B-B14F-4D97-AF65-F5344CB8AC3E}">
        <p14:creationId xmlns:p14="http://schemas.microsoft.com/office/powerpoint/2010/main" val="3649103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pic>
        <p:nvPicPr>
          <p:cNvPr id="25" name="Image 24">
            <a:extLst>
              <a:ext uri="{FF2B5EF4-FFF2-40B4-BE49-F238E27FC236}">
                <a16:creationId xmlns:a16="http://schemas.microsoft.com/office/drawing/2014/main" id="{D5AF5E14-8F9E-4A38-9BA7-FE1324AB687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7988" b="-84"/>
          <a:stretch/>
        </p:blipFill>
        <p:spPr>
          <a:xfrm>
            <a:off x="0" y="0"/>
            <a:ext cx="12192000" cy="3960000"/>
          </a:xfrm>
          <a:prstGeom prst="rect">
            <a:avLst/>
          </a:prstGeom>
        </p:spPr>
      </p:pic>
      <p:sp>
        <p:nvSpPr>
          <p:cNvPr id="28" name="officeArt object">
            <a:extLst>
              <a:ext uri="{FF2B5EF4-FFF2-40B4-BE49-F238E27FC236}">
                <a16:creationId xmlns:a16="http://schemas.microsoft.com/office/drawing/2014/main" id="{30435821-B372-41C9-A6C8-1C63C814E5C8}"/>
              </a:ext>
            </a:extLst>
          </p:cNvPr>
          <p:cNvSpPr/>
          <p:nvPr userDrawn="1"/>
        </p:nvSpPr>
        <p:spPr>
          <a:xfrm flipV="1">
            <a:off x="-1" y="536"/>
            <a:ext cx="6094800" cy="3960000"/>
          </a:xfrm>
          <a:prstGeom prst="rect">
            <a:avLst/>
          </a:prstGeom>
          <a:gradFill flip="none" rotWithShape="1">
            <a:gsLst>
              <a:gs pos="0">
                <a:schemeClr val="accent3">
                  <a:lumMod val="60000"/>
                  <a:lumOff val="40000"/>
                  <a:alpha val="20000"/>
                </a:schemeClr>
              </a:gs>
              <a:gs pos="66000">
                <a:schemeClr val="accent3">
                  <a:lumMod val="20000"/>
                  <a:lumOff val="80000"/>
                  <a:alpha val="20000"/>
                </a:schemeClr>
              </a:gs>
              <a:gs pos="100000">
                <a:schemeClr val="bg1">
                  <a:lumMod val="95000"/>
                  <a:alpha val="20000"/>
                </a:schemeClr>
              </a:gs>
            </a:gsLst>
            <a:lin ang="0" scaled="1"/>
            <a:tileRect/>
          </a:gradFill>
          <a:ln w="12700" cap="flat">
            <a:noFill/>
            <a:miter lim="400000"/>
          </a:ln>
          <a:effectLst/>
        </p:spPr>
        <p:txBody>
          <a:bodyPr anchor="ctr">
            <a:noAutofit/>
          </a:bodyPr>
          <a:lstStyle/>
          <a:p>
            <a:pPr indent="414020" algn="ctr">
              <a:lnSpc>
                <a:spcPct val="130000"/>
              </a:lnSpc>
              <a:spcAft>
                <a:spcPts val="0"/>
              </a:spcAft>
            </a:pPr>
            <a:endParaRPr lang="fr-FR" dirty="0">
              <a:solidFill>
                <a:srgbClr val="000000"/>
              </a:solidFill>
              <a:effectLst/>
              <a:latin typeface="Calibri Light" panose="020F0302020204030204" pitchFamily="34" charset="0"/>
              <a:ea typeface="Arial Unicode MS" panose="020B0604020202020204" pitchFamily="34" charset="-128"/>
              <a:cs typeface="Calibri Light" panose="020F0302020204030204" pitchFamily="34" charset="0"/>
            </a:endParaRPr>
          </a:p>
        </p:txBody>
      </p:sp>
      <p:sp>
        <p:nvSpPr>
          <p:cNvPr id="34" name="Rectangle 33">
            <a:extLst>
              <a:ext uri="{FF2B5EF4-FFF2-40B4-BE49-F238E27FC236}">
                <a16:creationId xmlns:a16="http://schemas.microsoft.com/office/drawing/2014/main" id="{79D360C5-B94C-478B-A5C1-4393C2D92791}"/>
              </a:ext>
            </a:extLst>
          </p:cNvPr>
          <p:cNvSpPr/>
          <p:nvPr userDrawn="1"/>
        </p:nvSpPr>
        <p:spPr>
          <a:xfrm>
            <a:off x="6094799" y="0"/>
            <a:ext cx="6094800" cy="3961072"/>
          </a:xfrm>
          <a:prstGeom prst="rect">
            <a:avLst/>
          </a:prstGeom>
          <a:solidFill>
            <a:srgbClr val="2D363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5" name="Groupe 34">
            <a:extLst>
              <a:ext uri="{FF2B5EF4-FFF2-40B4-BE49-F238E27FC236}">
                <a16:creationId xmlns:a16="http://schemas.microsoft.com/office/drawing/2014/main" id="{7E057476-44DA-403A-843C-F846E4BD02F2}"/>
              </a:ext>
            </a:extLst>
          </p:cNvPr>
          <p:cNvGrpSpPr/>
          <p:nvPr userDrawn="1"/>
        </p:nvGrpSpPr>
        <p:grpSpPr>
          <a:xfrm>
            <a:off x="1173566" y="1627314"/>
            <a:ext cx="3291371" cy="707680"/>
            <a:chOff x="811967" y="1115176"/>
            <a:chExt cx="3291371" cy="707680"/>
          </a:xfrm>
        </p:grpSpPr>
        <p:sp>
          <p:nvSpPr>
            <p:cNvPr id="38" name="ZoneTexte 37">
              <a:extLst>
                <a:ext uri="{FF2B5EF4-FFF2-40B4-BE49-F238E27FC236}">
                  <a16:creationId xmlns:a16="http://schemas.microsoft.com/office/drawing/2014/main" id="{07B8AF53-D6E8-4BED-860D-721E599D3C2D}"/>
                </a:ext>
              </a:extLst>
            </p:cNvPr>
            <p:cNvSpPr txBox="1"/>
            <p:nvPr userDrawn="1"/>
          </p:nvSpPr>
          <p:spPr>
            <a:xfrm>
              <a:off x="1363047" y="1545857"/>
              <a:ext cx="2207735" cy="276999"/>
            </a:xfrm>
            <a:prstGeom prst="rect">
              <a:avLst/>
            </a:prstGeom>
            <a:noFill/>
          </p:spPr>
          <p:txBody>
            <a:bodyPr wrap="square" rtlCol="0">
              <a:spAutoFit/>
            </a:bodyPr>
            <a:lstStyle/>
            <a:p>
              <a:pPr algn="r"/>
              <a:r>
                <a:rPr lang="fr-FR" sz="1200" dirty="0">
                  <a:solidFill>
                    <a:srgbClr val="A0B800"/>
                  </a:solidFill>
                  <a:latin typeface="+mj-lt"/>
                </a:rPr>
                <a:t>04 74 72 04 34</a:t>
              </a:r>
            </a:p>
          </p:txBody>
        </p:sp>
        <p:sp>
          <p:nvSpPr>
            <p:cNvPr id="39" name="ZoneTexte 38">
              <a:extLst>
                <a:ext uri="{FF2B5EF4-FFF2-40B4-BE49-F238E27FC236}">
                  <a16:creationId xmlns:a16="http://schemas.microsoft.com/office/drawing/2014/main" id="{5535F088-CA23-42E9-BC1A-F68D25729345}"/>
                </a:ext>
              </a:extLst>
            </p:cNvPr>
            <p:cNvSpPr txBox="1"/>
            <p:nvPr userDrawn="1"/>
          </p:nvSpPr>
          <p:spPr>
            <a:xfrm>
              <a:off x="811967" y="1545857"/>
              <a:ext cx="2207735" cy="276999"/>
            </a:xfrm>
            <a:prstGeom prst="rect">
              <a:avLst/>
            </a:prstGeom>
            <a:noFill/>
          </p:spPr>
          <p:txBody>
            <a:bodyPr wrap="square" rtlCol="0">
              <a:spAutoFit/>
            </a:bodyPr>
            <a:lstStyle/>
            <a:p>
              <a:pPr algn="l"/>
              <a:r>
                <a:rPr lang="fr-FR" sz="1200" dirty="0">
                  <a:solidFill>
                    <a:schemeClr val="bg1"/>
                  </a:solidFill>
                  <a:latin typeface="+mj-lt"/>
                </a:rPr>
                <a:t>info@alphee-dev.fr</a:t>
              </a:r>
            </a:p>
          </p:txBody>
        </p:sp>
        <p:pic>
          <p:nvPicPr>
            <p:cNvPr id="40" name="Image 39">
              <a:hlinkClick r:id="rId3"/>
              <a:extLst>
                <a:ext uri="{FF2B5EF4-FFF2-40B4-BE49-F238E27FC236}">
                  <a16:creationId xmlns:a16="http://schemas.microsoft.com/office/drawing/2014/main" id="{F51CB0AF-9051-48D7-8D2C-D4A037945EE6}"/>
                </a:ext>
              </a:extLst>
            </p:cNvPr>
            <p:cNvPicPr>
              <a:picLocks noChangeAspect="1"/>
            </p:cNvPicPr>
            <p:nvPr userDrawn="1"/>
          </p:nvPicPr>
          <p:blipFill>
            <a:blip r:embed="rId4" cstate="print">
              <a:biLevel thresh="25000"/>
              <a:extLst>
                <a:ext uri="{28A0092B-C50C-407E-A947-70E740481C1C}">
                  <a14:useLocalDpi xmlns:a14="http://schemas.microsoft.com/office/drawing/2010/main" val="0"/>
                </a:ext>
              </a:extLst>
            </a:blip>
            <a:stretch>
              <a:fillRect/>
            </a:stretch>
          </p:blipFill>
          <p:spPr>
            <a:xfrm>
              <a:off x="3815338" y="1454269"/>
              <a:ext cx="288000" cy="288000"/>
            </a:xfrm>
            <a:prstGeom prst="rect">
              <a:avLst/>
            </a:prstGeom>
          </p:spPr>
        </p:pic>
        <p:pic>
          <p:nvPicPr>
            <p:cNvPr id="41" name="Image 40">
              <a:extLst>
                <a:ext uri="{FF2B5EF4-FFF2-40B4-BE49-F238E27FC236}">
                  <a16:creationId xmlns:a16="http://schemas.microsoft.com/office/drawing/2014/main" id="{F7E61352-E080-4FC0-8636-47F48FBB9D67}"/>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74560" y="1115176"/>
              <a:ext cx="2506622" cy="321530"/>
            </a:xfrm>
            <a:prstGeom prst="rect">
              <a:avLst/>
            </a:prstGeom>
          </p:spPr>
        </p:pic>
      </p:grpSp>
      <p:grpSp>
        <p:nvGrpSpPr>
          <p:cNvPr id="42" name="Groupe 41">
            <a:extLst>
              <a:ext uri="{FF2B5EF4-FFF2-40B4-BE49-F238E27FC236}">
                <a16:creationId xmlns:a16="http://schemas.microsoft.com/office/drawing/2014/main" id="{E955A5D0-BFB1-4D8D-B7DE-CD27323FEA73}"/>
              </a:ext>
            </a:extLst>
          </p:cNvPr>
          <p:cNvGrpSpPr/>
          <p:nvPr userDrawn="1"/>
        </p:nvGrpSpPr>
        <p:grpSpPr>
          <a:xfrm>
            <a:off x="7727636" y="1625015"/>
            <a:ext cx="3288396" cy="711042"/>
            <a:chOff x="811967" y="2059807"/>
            <a:chExt cx="3288396" cy="711042"/>
          </a:xfrm>
        </p:grpSpPr>
        <p:sp>
          <p:nvSpPr>
            <p:cNvPr id="43" name="ZoneTexte 42">
              <a:extLst>
                <a:ext uri="{FF2B5EF4-FFF2-40B4-BE49-F238E27FC236}">
                  <a16:creationId xmlns:a16="http://schemas.microsoft.com/office/drawing/2014/main" id="{FBDF93BD-CB5D-41A3-8A22-ECA9D88540A0}"/>
                </a:ext>
              </a:extLst>
            </p:cNvPr>
            <p:cNvSpPr txBox="1"/>
            <p:nvPr userDrawn="1"/>
          </p:nvSpPr>
          <p:spPr>
            <a:xfrm>
              <a:off x="811967" y="2491723"/>
              <a:ext cx="2207735" cy="276999"/>
            </a:xfrm>
            <a:prstGeom prst="rect">
              <a:avLst/>
            </a:prstGeom>
            <a:noFill/>
          </p:spPr>
          <p:txBody>
            <a:bodyPr wrap="square" rtlCol="0">
              <a:spAutoFit/>
            </a:bodyPr>
            <a:lstStyle/>
            <a:p>
              <a:pPr algn="l"/>
              <a:r>
                <a:rPr lang="fr-FR" sz="1200" dirty="0">
                  <a:solidFill>
                    <a:schemeClr val="bg1"/>
                  </a:solidFill>
                  <a:latin typeface="+mj-lt"/>
                </a:rPr>
                <a:t>ercteel@ercteel.com</a:t>
              </a:r>
            </a:p>
          </p:txBody>
        </p:sp>
        <p:sp>
          <p:nvSpPr>
            <p:cNvPr id="47" name="ZoneTexte 46">
              <a:extLst>
                <a:ext uri="{FF2B5EF4-FFF2-40B4-BE49-F238E27FC236}">
                  <a16:creationId xmlns:a16="http://schemas.microsoft.com/office/drawing/2014/main" id="{C8F864E2-050B-4412-83FC-D3251E8CB68D}"/>
                </a:ext>
              </a:extLst>
            </p:cNvPr>
            <p:cNvSpPr txBox="1"/>
            <p:nvPr userDrawn="1"/>
          </p:nvSpPr>
          <p:spPr>
            <a:xfrm>
              <a:off x="1363048" y="2493850"/>
              <a:ext cx="2207735" cy="276999"/>
            </a:xfrm>
            <a:prstGeom prst="rect">
              <a:avLst/>
            </a:prstGeom>
            <a:noFill/>
          </p:spPr>
          <p:txBody>
            <a:bodyPr wrap="square" rtlCol="0">
              <a:spAutoFit/>
            </a:bodyPr>
            <a:lstStyle/>
            <a:p>
              <a:pPr algn="r"/>
              <a:r>
                <a:rPr lang="fr-FR" sz="1200" dirty="0">
                  <a:solidFill>
                    <a:schemeClr val="accent1"/>
                  </a:solidFill>
                  <a:latin typeface="+mj-lt"/>
                </a:rPr>
                <a:t>04 78 26 35 70</a:t>
              </a:r>
            </a:p>
          </p:txBody>
        </p:sp>
        <p:pic>
          <p:nvPicPr>
            <p:cNvPr id="48" name="Image 47">
              <a:extLst>
                <a:ext uri="{FF2B5EF4-FFF2-40B4-BE49-F238E27FC236}">
                  <a16:creationId xmlns:a16="http://schemas.microsoft.com/office/drawing/2014/main" id="{B06EAA02-3F15-481E-BD11-8EAE121787D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2987" y="2059807"/>
              <a:ext cx="2697795" cy="324000"/>
            </a:xfrm>
            <a:prstGeom prst="rect">
              <a:avLst/>
            </a:prstGeom>
          </p:spPr>
        </p:pic>
        <p:pic>
          <p:nvPicPr>
            <p:cNvPr id="49" name="Image 48">
              <a:hlinkClick r:id="rId7"/>
              <a:extLst>
                <a:ext uri="{FF2B5EF4-FFF2-40B4-BE49-F238E27FC236}">
                  <a16:creationId xmlns:a16="http://schemas.microsoft.com/office/drawing/2014/main" id="{E546D357-D3D7-422D-B6C1-CF855AD97F5B}"/>
                </a:ext>
              </a:extLst>
            </p:cNvPr>
            <p:cNvPicPr>
              <a:picLocks noChangeAspect="1"/>
            </p:cNvPicPr>
            <p:nvPr userDrawn="1"/>
          </p:nvPicPr>
          <p:blipFill>
            <a:blip r:embed="rId4" cstate="print">
              <a:biLevel thresh="25000"/>
              <a:extLst>
                <a:ext uri="{28A0092B-C50C-407E-A947-70E740481C1C}">
                  <a14:useLocalDpi xmlns:a14="http://schemas.microsoft.com/office/drawing/2010/main" val="0"/>
                </a:ext>
              </a:extLst>
            </a:blip>
            <a:stretch>
              <a:fillRect/>
            </a:stretch>
          </p:blipFill>
          <p:spPr>
            <a:xfrm>
              <a:off x="3812363" y="2400135"/>
              <a:ext cx="288000" cy="288000"/>
            </a:xfrm>
            <a:prstGeom prst="rect">
              <a:avLst/>
            </a:prstGeom>
          </p:spPr>
        </p:pic>
      </p:grpSp>
      <p:sp>
        <p:nvSpPr>
          <p:cNvPr id="50" name="ZoneTexte 49">
            <a:extLst>
              <a:ext uri="{FF2B5EF4-FFF2-40B4-BE49-F238E27FC236}">
                <a16:creationId xmlns:a16="http://schemas.microsoft.com/office/drawing/2014/main" id="{25FA8D82-A4D5-4847-80C1-5A9C3931A9A4}"/>
              </a:ext>
            </a:extLst>
          </p:cNvPr>
          <p:cNvSpPr txBox="1"/>
          <p:nvPr userDrawn="1"/>
        </p:nvSpPr>
        <p:spPr>
          <a:xfrm>
            <a:off x="1173566" y="3019289"/>
            <a:ext cx="9844869" cy="369332"/>
          </a:xfrm>
          <a:prstGeom prst="rect">
            <a:avLst/>
          </a:prstGeom>
          <a:solidFill>
            <a:srgbClr val="4472C4"/>
          </a:solidFill>
        </p:spPr>
        <p:txBody>
          <a:bodyPr wrap="square" rtlCol="0">
            <a:spAutoFit/>
          </a:bodyPr>
          <a:lstStyle/>
          <a:p>
            <a:pPr algn="ctr"/>
            <a:r>
              <a:rPr lang="fr-FR" spc="400" dirty="0">
                <a:solidFill>
                  <a:schemeClr val="bg1"/>
                </a:solidFill>
                <a:latin typeface="Lato" panose="020F0502020204030203" pitchFamily="34" charset="0"/>
              </a:rPr>
              <a:t>www.alphee.engineering</a:t>
            </a:r>
          </a:p>
        </p:txBody>
      </p:sp>
      <p:grpSp>
        <p:nvGrpSpPr>
          <p:cNvPr id="51" name="Groupe 50">
            <a:extLst>
              <a:ext uri="{FF2B5EF4-FFF2-40B4-BE49-F238E27FC236}">
                <a16:creationId xmlns:a16="http://schemas.microsoft.com/office/drawing/2014/main" id="{BB1B1FD5-0162-4D2B-BA29-9F32D352F4FA}"/>
              </a:ext>
            </a:extLst>
          </p:cNvPr>
          <p:cNvGrpSpPr/>
          <p:nvPr userDrawn="1"/>
        </p:nvGrpSpPr>
        <p:grpSpPr>
          <a:xfrm>
            <a:off x="1173566" y="4573385"/>
            <a:ext cx="9844869" cy="1622400"/>
            <a:chOff x="1173566" y="4573385"/>
            <a:chExt cx="9844869" cy="1622400"/>
          </a:xfrm>
        </p:grpSpPr>
        <p:pic>
          <p:nvPicPr>
            <p:cNvPr id="52" name="Image 51">
              <a:extLst>
                <a:ext uri="{FF2B5EF4-FFF2-40B4-BE49-F238E27FC236}">
                  <a16:creationId xmlns:a16="http://schemas.microsoft.com/office/drawing/2014/main" id="{1C1CEBE1-FD2C-4318-9078-203450EC378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73566" y="4899906"/>
              <a:ext cx="1080000" cy="969355"/>
            </a:xfrm>
            <a:prstGeom prst="rect">
              <a:avLst/>
            </a:prstGeom>
          </p:spPr>
        </p:pic>
        <p:pic>
          <p:nvPicPr>
            <p:cNvPr id="53" name="Image 52">
              <a:extLst>
                <a:ext uri="{FF2B5EF4-FFF2-40B4-BE49-F238E27FC236}">
                  <a16:creationId xmlns:a16="http://schemas.microsoft.com/office/drawing/2014/main" id="{F6851E24-1193-4381-B27B-24B985EE850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685973" y="4573385"/>
              <a:ext cx="2880000" cy="1622400"/>
            </a:xfrm>
            <a:prstGeom prst="rect">
              <a:avLst/>
            </a:prstGeom>
          </p:spPr>
        </p:pic>
        <p:pic>
          <p:nvPicPr>
            <p:cNvPr id="54" name="Image 53">
              <a:extLst>
                <a:ext uri="{FF2B5EF4-FFF2-40B4-BE49-F238E27FC236}">
                  <a16:creationId xmlns:a16="http://schemas.microsoft.com/office/drawing/2014/main" id="{22A69E2F-5E51-48BB-9574-C29B01E04A6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86030" y="4876985"/>
              <a:ext cx="1800000" cy="1015200"/>
            </a:xfrm>
            <a:prstGeom prst="rect">
              <a:avLst/>
            </a:prstGeom>
          </p:spPr>
        </p:pic>
        <p:pic>
          <p:nvPicPr>
            <p:cNvPr id="55" name="Image 54">
              <a:extLst>
                <a:ext uri="{FF2B5EF4-FFF2-40B4-BE49-F238E27FC236}">
                  <a16:creationId xmlns:a16="http://schemas.microsoft.com/office/drawing/2014/main" id="{182D59D4-DB8B-4597-A8A0-2C48AF22811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18435" y="4934585"/>
              <a:ext cx="900000" cy="900000"/>
            </a:xfrm>
            <a:prstGeom prst="rect">
              <a:avLst/>
            </a:prstGeom>
          </p:spPr>
        </p:pic>
        <p:pic>
          <p:nvPicPr>
            <p:cNvPr id="56" name="Image 55">
              <a:extLst>
                <a:ext uri="{FF2B5EF4-FFF2-40B4-BE49-F238E27FC236}">
                  <a16:creationId xmlns:a16="http://schemas.microsoft.com/office/drawing/2014/main" id="{F7BA0C7C-609F-4598-81B2-142642F3FB64}"/>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5998380" y="5198081"/>
              <a:ext cx="1455243" cy="373004"/>
            </a:xfrm>
            <a:prstGeom prst="rect">
              <a:avLst/>
            </a:prstGeom>
          </p:spPr>
        </p:pic>
      </p:grpSp>
      <p:pic>
        <p:nvPicPr>
          <p:cNvPr id="57" name="Image 56" descr="Afaq_9001">
            <a:extLst>
              <a:ext uri="{FF2B5EF4-FFF2-40B4-BE49-F238E27FC236}">
                <a16:creationId xmlns:a16="http://schemas.microsoft.com/office/drawing/2014/main" id="{D8BFEFDC-33D9-4F20-B3FA-FEC4C2344391}"/>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706517" y="1587711"/>
            <a:ext cx="720000" cy="665632"/>
          </a:xfrm>
          <a:prstGeom prst="rect">
            <a:avLst/>
          </a:prstGeom>
          <a:noFill/>
        </p:spPr>
      </p:pic>
    </p:spTree>
    <p:extLst>
      <p:ext uri="{BB962C8B-B14F-4D97-AF65-F5344CB8AC3E}">
        <p14:creationId xmlns:p14="http://schemas.microsoft.com/office/powerpoint/2010/main" val="64022652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126670"/>
      </p:ext>
    </p:extLst>
  </p:cSld>
  <p:clrMap bg1="lt1" tx1="dk1" bg2="lt2" tx2="dk2" accent1="accent1" accent2="accent2" accent3="accent3" accent4="accent4" accent5="accent5" accent6="accent6" hlink="hlink" folHlink="folHlink"/>
  <p:sldLayoutIdLst>
    <p:sldLayoutId id="2147483665" r:id="rId1"/>
    <p:sldLayoutId id="2147483680" r:id="rId2"/>
    <p:sldLayoutId id="2147483681" r:id="rId3"/>
    <p:sldLayoutId id="2147483659" r:id="rId4"/>
    <p:sldLayoutId id="2147483678" r:id="rId5"/>
    <p:sldLayoutId id="2147483679" r:id="rId6"/>
    <p:sldLayoutId id="2147483671" r:id="rId7"/>
    <p:sldLayoutId id="2147483650" r:id="rId8"/>
    <p:sldLayoutId id="2147483672" r:id="rId9"/>
    <p:sldLayoutId id="2147483673" r:id="rId10"/>
    <p:sldLayoutId id="2147483660" r:id="rId11"/>
    <p:sldLayoutId id="2147483670" r:id="rId12"/>
    <p:sldLayoutId id="2147483675" r:id="rId13"/>
    <p:sldLayoutId id="2147483661" r:id="rId14"/>
    <p:sldLayoutId id="2147483674" r:id="rId15"/>
    <p:sldLayoutId id="2147483655"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0.xml"/><Relationship Id="rId4" Type="http://schemas.openxmlformats.org/officeDocument/2006/relationships/image" Target="../media/image20.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B3A3E0D-E3BE-49F3-B09E-F73D5121B81C}"/>
              </a:ext>
            </a:extLst>
          </p:cNvPr>
          <p:cNvSpPr txBox="1"/>
          <p:nvPr/>
        </p:nvSpPr>
        <p:spPr>
          <a:xfrm>
            <a:off x="865762" y="1332689"/>
            <a:ext cx="10447506" cy="1015663"/>
          </a:xfrm>
          <a:prstGeom prst="rect">
            <a:avLst/>
          </a:prstGeom>
          <a:solidFill>
            <a:schemeClr val="bg1"/>
          </a:solidFill>
        </p:spPr>
        <p:txBody>
          <a:bodyPr wrap="square" rtlCol="0">
            <a:spAutoFit/>
          </a:bodyPr>
          <a:lstStyle/>
          <a:p>
            <a:pPr algn="ctr"/>
            <a:r>
              <a:rPr lang="fr-FR" sz="3000" b="1" dirty="0"/>
              <a:t>Testeur d’inductance de puissance</a:t>
            </a:r>
          </a:p>
          <a:p>
            <a:pPr algn="ctr"/>
            <a:r>
              <a:rPr lang="fr-FR" sz="3000" b="1" dirty="0"/>
              <a:t>Power Choke Tester</a:t>
            </a:r>
          </a:p>
        </p:txBody>
      </p:sp>
    </p:spTree>
    <p:extLst>
      <p:ext uri="{BB962C8B-B14F-4D97-AF65-F5344CB8AC3E}">
        <p14:creationId xmlns:p14="http://schemas.microsoft.com/office/powerpoint/2010/main" val="3357045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C59B589-C6B9-42E6-BDC7-F46B511F9052}"/>
              </a:ext>
            </a:extLst>
          </p:cNvPr>
          <p:cNvSpPr>
            <a:spLocks noGrp="1"/>
          </p:cNvSpPr>
          <p:nvPr>
            <p:ph type="body" sz="quarter" idx="13"/>
          </p:nvPr>
        </p:nvSpPr>
        <p:spPr/>
        <p:txBody>
          <a:bodyPr/>
          <a:lstStyle/>
          <a:p>
            <a:r>
              <a:rPr lang="fr-FR" dirty="0"/>
              <a:t>Schéma</a:t>
            </a:r>
          </a:p>
        </p:txBody>
      </p:sp>
      <p:sp>
        <p:nvSpPr>
          <p:cNvPr id="5" name="ZoneTexte 4">
            <a:extLst>
              <a:ext uri="{FF2B5EF4-FFF2-40B4-BE49-F238E27FC236}">
                <a16:creationId xmlns:a16="http://schemas.microsoft.com/office/drawing/2014/main" id="{953907F7-1808-42C7-8618-27260711316F}"/>
              </a:ext>
            </a:extLst>
          </p:cNvPr>
          <p:cNvSpPr txBox="1"/>
          <p:nvPr/>
        </p:nvSpPr>
        <p:spPr>
          <a:xfrm>
            <a:off x="761237" y="5118276"/>
            <a:ext cx="11178988" cy="923330"/>
          </a:xfrm>
          <a:prstGeom prst="rect">
            <a:avLst/>
          </a:prstGeom>
          <a:noFill/>
        </p:spPr>
        <p:txBody>
          <a:bodyPr wrap="square" rtlCol="0">
            <a:spAutoFit/>
          </a:bodyPr>
          <a:lstStyle/>
          <a:p>
            <a:r>
              <a:rPr lang="fr-FR" dirty="0"/>
              <a:t>Principe de fonctionnement: Une tension de 48V est appliquée brièvement aux bornes de la self test. Il faut relever la tension aux bornes de la self et le courant la traversant afin de calculer et d’afficher sa valeur d’inductance et son courant de saturation.</a:t>
            </a:r>
          </a:p>
        </p:txBody>
      </p:sp>
      <p:pic>
        <p:nvPicPr>
          <p:cNvPr id="7" name="Image 6">
            <a:extLst>
              <a:ext uri="{FF2B5EF4-FFF2-40B4-BE49-F238E27FC236}">
                <a16:creationId xmlns:a16="http://schemas.microsoft.com/office/drawing/2014/main" id="{3FFA45F1-701A-405D-9BBF-0F88A529F1F2}"/>
              </a:ext>
            </a:extLst>
          </p:cNvPr>
          <p:cNvPicPr>
            <a:picLocks noChangeAspect="1"/>
          </p:cNvPicPr>
          <p:nvPr/>
        </p:nvPicPr>
        <p:blipFill rotWithShape="1">
          <a:blip r:embed="rId2"/>
          <a:srcRect l="18032" b="17265"/>
          <a:stretch/>
        </p:blipFill>
        <p:spPr>
          <a:xfrm>
            <a:off x="2474112" y="1462021"/>
            <a:ext cx="7243775" cy="3484029"/>
          </a:xfrm>
          <a:prstGeom prst="rect">
            <a:avLst/>
          </a:prstGeom>
        </p:spPr>
      </p:pic>
    </p:spTree>
    <p:extLst>
      <p:ext uri="{BB962C8B-B14F-4D97-AF65-F5344CB8AC3E}">
        <p14:creationId xmlns:p14="http://schemas.microsoft.com/office/powerpoint/2010/main" val="1219599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0B1A63B-5167-46F1-B01E-3091CB5D2C84}"/>
              </a:ext>
            </a:extLst>
          </p:cNvPr>
          <p:cNvSpPr>
            <a:spLocks noGrp="1"/>
          </p:cNvSpPr>
          <p:nvPr>
            <p:ph type="body" sz="quarter" idx="13"/>
          </p:nvPr>
        </p:nvSpPr>
        <p:spPr/>
        <p:txBody>
          <a:bodyPr/>
          <a:lstStyle/>
          <a:p>
            <a:r>
              <a:rPr lang="fr-FR" dirty="0"/>
              <a:t>Mesures</a:t>
            </a:r>
          </a:p>
        </p:txBody>
      </p:sp>
      <p:pic>
        <p:nvPicPr>
          <p:cNvPr id="6" name="Image 5">
            <a:extLst>
              <a:ext uri="{FF2B5EF4-FFF2-40B4-BE49-F238E27FC236}">
                <a16:creationId xmlns:a16="http://schemas.microsoft.com/office/drawing/2014/main" id="{94B5BD27-460F-40C3-BCE7-37F0E26DF8E6}"/>
              </a:ext>
            </a:extLst>
          </p:cNvPr>
          <p:cNvPicPr>
            <a:picLocks noChangeAspect="1"/>
          </p:cNvPicPr>
          <p:nvPr/>
        </p:nvPicPr>
        <p:blipFill>
          <a:blip r:embed="rId2"/>
          <a:stretch>
            <a:fillRect/>
          </a:stretch>
        </p:blipFill>
        <p:spPr>
          <a:xfrm>
            <a:off x="488004" y="1396800"/>
            <a:ext cx="3657600" cy="2762655"/>
          </a:xfrm>
          <a:prstGeom prst="rect">
            <a:avLst/>
          </a:prstGeom>
        </p:spPr>
      </p:pic>
      <p:pic>
        <p:nvPicPr>
          <p:cNvPr id="8" name="Image 7">
            <a:extLst>
              <a:ext uri="{FF2B5EF4-FFF2-40B4-BE49-F238E27FC236}">
                <a16:creationId xmlns:a16="http://schemas.microsoft.com/office/drawing/2014/main" id="{8119CE00-530A-4DFD-B83B-3954A62203EC}"/>
              </a:ext>
            </a:extLst>
          </p:cNvPr>
          <p:cNvPicPr>
            <a:picLocks noChangeAspect="1"/>
          </p:cNvPicPr>
          <p:nvPr/>
        </p:nvPicPr>
        <p:blipFill>
          <a:blip r:embed="rId3"/>
          <a:stretch>
            <a:fillRect/>
          </a:stretch>
        </p:blipFill>
        <p:spPr>
          <a:xfrm>
            <a:off x="4324281" y="1396800"/>
            <a:ext cx="3812146" cy="3456562"/>
          </a:xfrm>
          <a:prstGeom prst="rect">
            <a:avLst/>
          </a:prstGeom>
        </p:spPr>
      </p:pic>
      <p:sp>
        <p:nvSpPr>
          <p:cNvPr id="9" name="ZoneTexte 8">
            <a:extLst>
              <a:ext uri="{FF2B5EF4-FFF2-40B4-BE49-F238E27FC236}">
                <a16:creationId xmlns:a16="http://schemas.microsoft.com/office/drawing/2014/main" id="{7E15010B-B77B-41CE-B802-C6E10797F394}"/>
              </a:ext>
            </a:extLst>
          </p:cNvPr>
          <p:cNvSpPr txBox="1"/>
          <p:nvPr/>
        </p:nvSpPr>
        <p:spPr>
          <a:xfrm>
            <a:off x="633920" y="4475510"/>
            <a:ext cx="3217375" cy="377852"/>
          </a:xfrm>
          <a:prstGeom prst="rect">
            <a:avLst/>
          </a:prstGeom>
          <a:noFill/>
        </p:spPr>
        <p:txBody>
          <a:bodyPr wrap="square" rtlCol="0">
            <a:spAutoFit/>
          </a:bodyPr>
          <a:lstStyle/>
          <a:p>
            <a:r>
              <a:rPr lang="fr-FR" dirty="0"/>
              <a:t>Mesure temporelle U et I</a:t>
            </a:r>
          </a:p>
        </p:txBody>
      </p:sp>
      <p:sp>
        <p:nvSpPr>
          <p:cNvPr id="10" name="ZoneTexte 9">
            <a:extLst>
              <a:ext uri="{FF2B5EF4-FFF2-40B4-BE49-F238E27FC236}">
                <a16:creationId xmlns:a16="http://schemas.microsoft.com/office/drawing/2014/main" id="{02A04A18-06AB-47D4-9393-8AEB1533F889}"/>
              </a:ext>
            </a:extLst>
          </p:cNvPr>
          <p:cNvSpPr txBox="1"/>
          <p:nvPr/>
        </p:nvSpPr>
        <p:spPr>
          <a:xfrm>
            <a:off x="4324281" y="4990996"/>
            <a:ext cx="3812146" cy="646331"/>
          </a:xfrm>
          <a:prstGeom prst="rect">
            <a:avLst/>
          </a:prstGeom>
          <a:noFill/>
        </p:spPr>
        <p:txBody>
          <a:bodyPr wrap="square" rtlCol="0">
            <a:spAutoFit/>
          </a:bodyPr>
          <a:lstStyle/>
          <a:p>
            <a:r>
              <a:rPr lang="fr-FR" dirty="0"/>
              <a:t>Mesure den l’inductance en fonction du courant</a:t>
            </a:r>
          </a:p>
        </p:txBody>
      </p:sp>
      <p:pic>
        <p:nvPicPr>
          <p:cNvPr id="12" name="Image 11">
            <a:extLst>
              <a:ext uri="{FF2B5EF4-FFF2-40B4-BE49-F238E27FC236}">
                <a16:creationId xmlns:a16="http://schemas.microsoft.com/office/drawing/2014/main" id="{386CC838-02C6-4EE6-8AF6-F1992A82063B}"/>
              </a:ext>
            </a:extLst>
          </p:cNvPr>
          <p:cNvPicPr>
            <a:picLocks noChangeAspect="1"/>
          </p:cNvPicPr>
          <p:nvPr/>
        </p:nvPicPr>
        <p:blipFill>
          <a:blip r:embed="rId4"/>
          <a:stretch>
            <a:fillRect/>
          </a:stretch>
        </p:blipFill>
        <p:spPr>
          <a:xfrm>
            <a:off x="8315104" y="1396800"/>
            <a:ext cx="3606085" cy="3073940"/>
          </a:xfrm>
          <a:prstGeom prst="rect">
            <a:avLst/>
          </a:prstGeom>
        </p:spPr>
      </p:pic>
    </p:spTree>
    <p:extLst>
      <p:ext uri="{BB962C8B-B14F-4D97-AF65-F5344CB8AC3E}">
        <p14:creationId xmlns:p14="http://schemas.microsoft.com/office/powerpoint/2010/main" val="90275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3"/>
          </p:nvPr>
        </p:nvSpPr>
        <p:spPr/>
        <p:txBody>
          <a:bodyPr/>
          <a:lstStyle/>
          <a:p>
            <a:r>
              <a:rPr lang="fr-FR" dirty="0"/>
              <a:t>Cahier des charges</a:t>
            </a:r>
          </a:p>
        </p:txBody>
      </p:sp>
      <p:sp>
        <p:nvSpPr>
          <p:cNvPr id="3" name="ZoneTexte 2">
            <a:extLst>
              <a:ext uri="{FF2B5EF4-FFF2-40B4-BE49-F238E27FC236}">
                <a16:creationId xmlns:a16="http://schemas.microsoft.com/office/drawing/2014/main" id="{F0DBCA07-955C-49C1-8D18-E14CF0326CA1}"/>
              </a:ext>
            </a:extLst>
          </p:cNvPr>
          <p:cNvSpPr txBox="1"/>
          <p:nvPr/>
        </p:nvSpPr>
        <p:spPr>
          <a:xfrm>
            <a:off x="329978" y="1305722"/>
            <a:ext cx="11178988" cy="369332"/>
          </a:xfrm>
          <a:prstGeom prst="rect">
            <a:avLst/>
          </a:prstGeom>
          <a:noFill/>
        </p:spPr>
        <p:txBody>
          <a:bodyPr wrap="square" rtlCol="0">
            <a:spAutoFit/>
          </a:bodyPr>
          <a:lstStyle/>
          <a:p>
            <a:r>
              <a:rPr lang="fr-FR" dirty="0"/>
              <a:t>Concevoir un testeur d’inductance de puissance ou « Power Choke Tester »</a:t>
            </a:r>
          </a:p>
        </p:txBody>
      </p:sp>
      <p:sp>
        <p:nvSpPr>
          <p:cNvPr id="5" name="ZoneTexte 4">
            <a:extLst>
              <a:ext uri="{FF2B5EF4-FFF2-40B4-BE49-F238E27FC236}">
                <a16:creationId xmlns:a16="http://schemas.microsoft.com/office/drawing/2014/main" id="{1854A166-C28F-46D9-82A5-BD72D3B9E539}"/>
              </a:ext>
            </a:extLst>
          </p:cNvPr>
          <p:cNvSpPr txBox="1"/>
          <p:nvPr/>
        </p:nvSpPr>
        <p:spPr>
          <a:xfrm>
            <a:off x="329978" y="1863485"/>
            <a:ext cx="3473537" cy="1754326"/>
          </a:xfrm>
          <a:prstGeom prst="rect">
            <a:avLst/>
          </a:prstGeom>
          <a:solidFill>
            <a:schemeClr val="accent2"/>
          </a:solidFill>
          <a:ln>
            <a:solidFill>
              <a:srgbClr val="EDAB00"/>
            </a:solidFill>
          </a:ln>
        </p:spPr>
        <p:txBody>
          <a:bodyPr wrap="square" rtlCol="0">
            <a:spAutoFit/>
          </a:bodyPr>
          <a:lstStyle/>
          <a:p>
            <a:r>
              <a:rPr lang="fr-FR" u="sng" dirty="0"/>
              <a:t>Carte Electronique Mesure: </a:t>
            </a:r>
          </a:p>
          <a:p>
            <a:r>
              <a:rPr lang="fr-FR" dirty="0"/>
              <a:t>-Transistor MOSFET de puissance</a:t>
            </a:r>
          </a:p>
          <a:p>
            <a:r>
              <a:rPr lang="fr-FR" dirty="0"/>
              <a:t>-Commande de MOSFET</a:t>
            </a:r>
          </a:p>
          <a:p>
            <a:r>
              <a:rPr lang="fr-FR" dirty="0"/>
              <a:t>-Mesure de Courant jusqu’à 500A</a:t>
            </a:r>
          </a:p>
          <a:p>
            <a:r>
              <a:rPr lang="fr-FR"/>
              <a:t>-Mesure </a:t>
            </a:r>
            <a:r>
              <a:rPr lang="fr-FR" dirty="0"/>
              <a:t>de tension jusqu’à 50V</a:t>
            </a:r>
          </a:p>
          <a:p>
            <a:endParaRPr lang="fr-FR" dirty="0"/>
          </a:p>
        </p:txBody>
      </p:sp>
      <p:sp>
        <p:nvSpPr>
          <p:cNvPr id="6" name="ZoneTexte 5">
            <a:extLst>
              <a:ext uri="{FF2B5EF4-FFF2-40B4-BE49-F238E27FC236}">
                <a16:creationId xmlns:a16="http://schemas.microsoft.com/office/drawing/2014/main" id="{E91EF767-7E33-428F-B0B0-6DA63B7E26C8}"/>
              </a:ext>
            </a:extLst>
          </p:cNvPr>
          <p:cNvSpPr txBox="1"/>
          <p:nvPr/>
        </p:nvSpPr>
        <p:spPr>
          <a:xfrm>
            <a:off x="4042701" y="1863485"/>
            <a:ext cx="3865886" cy="1477328"/>
          </a:xfrm>
          <a:prstGeom prst="rect">
            <a:avLst/>
          </a:prstGeom>
          <a:solidFill>
            <a:srgbClr val="92D050"/>
          </a:solidFill>
          <a:ln>
            <a:solidFill>
              <a:srgbClr val="EDAB00"/>
            </a:solidFill>
          </a:ln>
        </p:spPr>
        <p:txBody>
          <a:bodyPr wrap="square" rtlCol="0">
            <a:spAutoFit/>
          </a:bodyPr>
          <a:lstStyle/>
          <a:p>
            <a:r>
              <a:rPr lang="fr-FR" u="sng" dirty="0"/>
              <a:t>Acquisition de donnée: </a:t>
            </a:r>
          </a:p>
          <a:p>
            <a:r>
              <a:rPr lang="fr-FR" dirty="0"/>
              <a:t>-Choix du microcontrôleur</a:t>
            </a:r>
          </a:p>
          <a:p>
            <a:r>
              <a:rPr lang="fr-FR" dirty="0"/>
              <a:t>-Période d’échantillonnage min: 100ns</a:t>
            </a:r>
          </a:p>
          <a:p>
            <a:r>
              <a:rPr lang="fr-FR" dirty="0"/>
              <a:t>-Temps à échantillonner Max:1ms</a:t>
            </a:r>
          </a:p>
          <a:p>
            <a:r>
              <a:rPr lang="fr-FR" dirty="0"/>
              <a:t>-Connexion via USB</a:t>
            </a:r>
          </a:p>
        </p:txBody>
      </p:sp>
      <p:sp>
        <p:nvSpPr>
          <p:cNvPr id="7" name="ZoneTexte 6">
            <a:extLst>
              <a:ext uri="{FF2B5EF4-FFF2-40B4-BE49-F238E27FC236}">
                <a16:creationId xmlns:a16="http://schemas.microsoft.com/office/drawing/2014/main" id="{0581D25E-1AF4-4939-AD9F-41FD1643CD93}"/>
              </a:ext>
            </a:extLst>
          </p:cNvPr>
          <p:cNvSpPr txBox="1"/>
          <p:nvPr/>
        </p:nvSpPr>
        <p:spPr>
          <a:xfrm>
            <a:off x="4042701" y="3527989"/>
            <a:ext cx="3865886" cy="2862322"/>
          </a:xfrm>
          <a:prstGeom prst="rect">
            <a:avLst/>
          </a:prstGeom>
          <a:solidFill>
            <a:srgbClr val="FE373C"/>
          </a:solidFill>
          <a:ln>
            <a:solidFill>
              <a:srgbClr val="EDAB00"/>
            </a:solidFill>
          </a:ln>
        </p:spPr>
        <p:txBody>
          <a:bodyPr wrap="square" rtlCol="0">
            <a:spAutoFit/>
          </a:bodyPr>
          <a:lstStyle/>
          <a:p>
            <a:r>
              <a:rPr lang="fr-FR" u="sng" dirty="0"/>
              <a:t>Calculs et affichage sur l’IHM: </a:t>
            </a:r>
          </a:p>
          <a:p>
            <a:r>
              <a:rPr lang="fr-FR" dirty="0"/>
              <a:t>-Choix d’un IHM tactile et connectable au microcontrôleur</a:t>
            </a:r>
          </a:p>
          <a:p>
            <a:r>
              <a:rPr lang="fr-FR" dirty="0"/>
              <a:t>-Afficher courbe temporelle VL et IL</a:t>
            </a:r>
          </a:p>
          <a:p>
            <a:r>
              <a:rPr lang="fr-FR" dirty="0"/>
              <a:t>-Calculer la valeur d’inductance en fonction du courant d’entrée</a:t>
            </a:r>
          </a:p>
          <a:p>
            <a:r>
              <a:rPr lang="fr-FR" dirty="0"/>
              <a:t>-Afficher la valeur d’inductance en fonction du courant d’entrée</a:t>
            </a:r>
          </a:p>
          <a:p>
            <a:r>
              <a:rPr lang="fr-FR" dirty="0"/>
              <a:t>-Calculer les différents paramètres de la self et les afficher</a:t>
            </a:r>
          </a:p>
        </p:txBody>
      </p:sp>
      <p:sp>
        <p:nvSpPr>
          <p:cNvPr id="9" name="ZoneTexte 8">
            <a:extLst>
              <a:ext uri="{FF2B5EF4-FFF2-40B4-BE49-F238E27FC236}">
                <a16:creationId xmlns:a16="http://schemas.microsoft.com/office/drawing/2014/main" id="{086F4BE7-08FB-4883-AB33-95E717ABD376}"/>
              </a:ext>
            </a:extLst>
          </p:cNvPr>
          <p:cNvSpPr txBox="1"/>
          <p:nvPr/>
        </p:nvSpPr>
        <p:spPr>
          <a:xfrm>
            <a:off x="8147773" y="2140484"/>
            <a:ext cx="3865886" cy="2308324"/>
          </a:xfrm>
          <a:prstGeom prst="rect">
            <a:avLst/>
          </a:prstGeom>
          <a:solidFill>
            <a:srgbClr val="FFFF00"/>
          </a:solidFill>
          <a:ln>
            <a:solidFill>
              <a:srgbClr val="EDAB00"/>
            </a:solidFill>
          </a:ln>
        </p:spPr>
        <p:txBody>
          <a:bodyPr wrap="square" rtlCol="0">
            <a:spAutoFit/>
          </a:bodyPr>
          <a:lstStyle/>
          <a:p>
            <a:r>
              <a:rPr lang="fr-FR" u="sng" dirty="0"/>
              <a:t>Logiciel: </a:t>
            </a:r>
          </a:p>
          <a:p>
            <a:r>
              <a:rPr lang="fr-FR" dirty="0"/>
              <a:t>-Créer un logiciel permettant d’afficher et d’enregistrer les différentes courbes et paramètres de l’inductance</a:t>
            </a:r>
          </a:p>
          <a:p>
            <a:r>
              <a:rPr lang="fr-FR" dirty="0"/>
              <a:t>-Le logiciel pourra aussi commander l’appareil de mesure. (lancement du test, réception des données…)</a:t>
            </a:r>
          </a:p>
          <a:p>
            <a:r>
              <a:rPr lang="fr-FR" dirty="0"/>
              <a:t>-Connexion via USB</a:t>
            </a:r>
          </a:p>
        </p:txBody>
      </p:sp>
    </p:spTree>
    <p:extLst>
      <p:ext uri="{BB962C8B-B14F-4D97-AF65-F5344CB8AC3E}">
        <p14:creationId xmlns:p14="http://schemas.microsoft.com/office/powerpoint/2010/main" val="4288654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0B1A63B-5167-46F1-B01E-3091CB5D2C84}"/>
              </a:ext>
            </a:extLst>
          </p:cNvPr>
          <p:cNvSpPr>
            <a:spLocks noGrp="1"/>
          </p:cNvSpPr>
          <p:nvPr>
            <p:ph type="body" sz="quarter" idx="13"/>
          </p:nvPr>
        </p:nvSpPr>
        <p:spPr/>
        <p:txBody>
          <a:bodyPr/>
          <a:lstStyle/>
          <a:p>
            <a:r>
              <a:rPr lang="fr-FR" dirty="0"/>
              <a:t>Exemple de matériel</a:t>
            </a:r>
          </a:p>
        </p:txBody>
      </p:sp>
      <p:sp>
        <p:nvSpPr>
          <p:cNvPr id="11" name="ZoneTexte 10">
            <a:extLst>
              <a:ext uri="{FF2B5EF4-FFF2-40B4-BE49-F238E27FC236}">
                <a16:creationId xmlns:a16="http://schemas.microsoft.com/office/drawing/2014/main" id="{46AC903F-699C-493F-A257-B7ACA61AFF50}"/>
              </a:ext>
            </a:extLst>
          </p:cNvPr>
          <p:cNvSpPr txBox="1"/>
          <p:nvPr/>
        </p:nvSpPr>
        <p:spPr>
          <a:xfrm>
            <a:off x="506506" y="1694140"/>
            <a:ext cx="11178988" cy="1200329"/>
          </a:xfrm>
          <a:prstGeom prst="rect">
            <a:avLst/>
          </a:prstGeom>
          <a:noFill/>
        </p:spPr>
        <p:txBody>
          <a:bodyPr wrap="square" rtlCol="0">
            <a:spAutoFit/>
          </a:bodyPr>
          <a:lstStyle/>
          <a:p>
            <a:r>
              <a:rPr lang="fr-FR" dirty="0"/>
              <a:t>Un produit équivalent existe dans le commerce. Il s’agit du DPG10/20.</a:t>
            </a:r>
          </a:p>
          <a:p>
            <a:r>
              <a:rPr lang="fr-FR" dirty="0"/>
              <a:t>Il sera intéressant de se servir des spécifications de ce testeur pour concevoir le notre.</a:t>
            </a:r>
          </a:p>
          <a:p>
            <a:r>
              <a:rPr lang="fr-FR" dirty="0"/>
              <a:t>Comme stipulé précédemment, l‘ajout d’un IHM simplifiera grandement la mesure en laboratoire, et la connexion à un PC permettra d’ajouter les courbes aux rapports de test.</a:t>
            </a:r>
          </a:p>
        </p:txBody>
      </p:sp>
      <p:pic>
        <p:nvPicPr>
          <p:cNvPr id="4" name="Image 3">
            <a:extLst>
              <a:ext uri="{FF2B5EF4-FFF2-40B4-BE49-F238E27FC236}">
                <a16:creationId xmlns:a16="http://schemas.microsoft.com/office/drawing/2014/main" id="{B5AF83E2-6D29-444B-B846-D332334D6EE1}"/>
              </a:ext>
            </a:extLst>
          </p:cNvPr>
          <p:cNvPicPr>
            <a:picLocks noChangeAspect="1"/>
          </p:cNvPicPr>
          <p:nvPr/>
        </p:nvPicPr>
        <p:blipFill>
          <a:blip r:embed="rId2"/>
          <a:stretch>
            <a:fillRect/>
          </a:stretch>
        </p:blipFill>
        <p:spPr>
          <a:xfrm>
            <a:off x="506506" y="3076698"/>
            <a:ext cx="6789295" cy="2429157"/>
          </a:xfrm>
          <a:prstGeom prst="rect">
            <a:avLst/>
          </a:prstGeom>
        </p:spPr>
      </p:pic>
    </p:spTree>
    <p:extLst>
      <p:ext uri="{BB962C8B-B14F-4D97-AF65-F5344CB8AC3E}">
        <p14:creationId xmlns:p14="http://schemas.microsoft.com/office/powerpoint/2010/main" val="312886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99118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4565</TotalTime>
  <Words>290</Words>
  <Application>Microsoft Office PowerPoint</Application>
  <PresentationFormat>Grand écran</PresentationFormat>
  <Paragraphs>34</Paragraphs>
  <Slides>6</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Calibri Light</vt:lpstr>
      <vt:lpstr>Lato</vt:lpstr>
      <vt:lpstr>Open Sans Condensed</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Adélie ROSE</dc:creator>
  <cp:lastModifiedBy>Yoann DE LA CALLE</cp:lastModifiedBy>
  <cp:revision>357</cp:revision>
  <dcterms:created xsi:type="dcterms:W3CDTF">2017-12-06T08:25:03Z</dcterms:created>
  <dcterms:modified xsi:type="dcterms:W3CDTF">2022-01-07T11:15:39Z</dcterms:modified>
</cp:coreProperties>
</file>